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שקף פתיחה. לא מדברים עליו. הוא נשאר על המסך כשהקהל נכנס.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פתיחה – 3 דקות.
לא מתחילים בילדות. לא מתחילים ב־7 באוקטובר. מתחילים מהרגע שבו הקהל כבר בתוך הסיפור.
להגיד את המשפט. ואז לעצור. לא להסביר עדיין. המטרה: ליצור סקרנות.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מי הייתי לפני הכול – 7 דקות.
לבחור 3–4 רגעים בלבד שהסבירו מי היית. הקהל צריך להבין שאתה לא 'הגיבור שנולד גיבור'.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אני חנוך, בן 24, מיישובי גדרות. ילדות מושבניקית. אח בכור לארבעה.
(להוסיף פרט אחד קטן ומצחיק מהילדות שמחבר את הקהל.)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מהגן הגדירו אותי כ'ילד בעייתי' והייתי מסתבך הרבה.
לתת דוגמה אחת קונקרטית – אירוע אחד, לא רשימה.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אירוע אחד בכיתה י' ששינה לי את כל התפיסה. האשימו אותי בבית הספר בסחר בסמים ולא היה לי שום קשר לזה.
משם הבנתי שאני לא 'ילד רע', וקיבלתי החלטה 'לכתוב את הסיפור שלי' ולשנות את התדמית.
מאותו רגע: חיפוש שנת שירות איכותית, שאיפה לשירות קרבי משמעותי.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המסר של הפרק. לעצור עליו רגע. הקהל צריך להבין: לא הגיבור שנולד גיבור – נער עם הרבה סימני שאלה.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הבחירה – 7 דקות. המעבר לסיירת נח״ל. לא להפוך את זה ל'סיפור צבאי'. הנושא: הפעם הראשונה שבה בחרת מי אתה רוצה להיות.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לדבר על: למה רציתי להגיע לשם (אוהב אתגרים, להוכיח לעצמי). המחיר (קושי פיזי ומנטלי + קשיים בבית). האנשים שהשפיעו – קליין וברנש, המפקצ' והמג"ד. מה הצבא לימד אותי – שהכל בראש ושתמיד אפשר להשתפר.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הרעיון המרכזי של הפרק. להגיד, לעצור, ולתת דוגמה של יום אחד במסלול שבו המוטיבציה נגמרה ורק המשמעת נשארה.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באוקטובר – 15 דקות. הלב הרגשי של ההרצאה, אבל לא כל ההרצאה. לספר כמו סרט. לא רק מה קרה – מה חשבת בכל שלב.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לבנות את זה בשלבים: לפני ← ההבנה שמשהו לא רגיל קורה ← הכניסה ללחימה ← המארב ← הפציעה ← ההחלטה להמשיך ← הפינוי.
בכל שלב: מה חשבתי. לא רק מה קרה.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הרגע של הפציעה. לעצור על השקף הזה. להשלים את המשפט בעל פה – מה באמת עבר לך בראש. זה השקף הכי חשוב בפרק.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הטוויסט של ההרצאה. הקהל מצפה שהשיא היה 7 באוקטובר – ואתה אומר: הקרב היה החלק הקל.
מכאן ההרצאה עוברת מסיפור מלחמה לסיפור חיים.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ואז הכול נגמר – 8 דקות.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איבדתי מעל 19 חברים באותו יום, ובמהלך המלחמה עוד כמעט עשרה. זה הדבר שהיה לי הכי קשה אחרי השביעי.
(אפשר להגיד שם אחד או שניים – זה מקרב את הקהל.)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הפציעה – יד (חוסם עורקים) ועין (רסיס).
השיקום – ארוך ומתיש, לבד רוב הזמן, בלי משככי כאבים, 3 חודשים בתל השומר.
האובדן.
החיים שאחרי – המעבר המהיר בין לוחם לפצוע לאזרח. בעיה לסמוך על אנשים, התרחקות מחברים ומהחברה, קושי במקומות רועשים.
כאן ההרצאה עוברת מסיפור מלחמה לסיפור חיים.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מה היה הרגע שבו זה השתנה? מי היה שם? (לספר סיפור אחד קטן.)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מה עושים כשהחיים לא חוזרים להיות מה שהיו – 10 דקות. החלק החדש. עליו הדגש.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עיקרון 1 – אתה לא שולט במה שקורה לך, אבל אתה כן שולט במה שאתה עושה עם זה.
עיקרון 2 – לא חייבים לדעת את כל הדרך. רק את הצעד הבא.
עיקרון 3 – זהות לא מקבלים. בונים.
לכל עיקרון: דוגמה אחת מהחיים שלך מאז הפציעה.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להפוך כאב למשהו – 7 דקות.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לימודים, עבודה, הרצאות, מטרות, בניית עתיד, הרצון להתפתח.
המסר: לא תמיד אפשר לבחור את הסיפור שקיבלת. אפשר לבחור מה אתה עושה איתו.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למה אתה בכלל עומד מול הקהל. לא בשביל שירחמו. לא בשביל 'איזה גיבור'. אלא בשביל בן אדם אחד שיחליט לקחת אחריות.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הסיום – 3 דקות. חוזרים למשפט מהפתיחה.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המשפט האחרון. לעצור. לא להוסיף כלום אחריו.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457200" y="457200"/>
            <a:ext cx="5120640" cy="5943600"/>
          </a:xfrm>
          <a:prstGeom prst="roundRect">
            <a:avLst>
              <a:gd name="adj" fmla="val 2679"/>
            </a:avLst>
          </a:prstGeom>
          <a:solidFill>
            <a:srgbClr val="171C24"/>
          </a:solidFill>
          <a:ln w="15875">
            <a:solidFill>
              <a:srgbClr val="3A4150"/>
            </a:solidFill>
            <a:prstDash val="dash"/>
          </a:ln>
        </p:spPr>
      </p:sp>
      <p:pic>
        <p:nvPicPr>
          <p:cNvPr id="3" name="Image 0" descr="preencoded.png">    </p:cNvPr>
          <p:cNvPicPr>
            <a:picLocks noChangeAspect="1"/>
          </p:cNvPicPr>
          <p:nvPr/>
        </p:nvPicPr>
        <p:blipFill>
          <a:blip r:embed="rId1"/>
          <a:stretch>
            <a:fillRect/>
          </a:stretch>
        </p:blipFill>
        <p:spPr>
          <a:xfrm>
            <a:off x="2743200" y="2834640"/>
            <a:ext cx="548640" cy="548640"/>
          </a:xfrm>
          <a:prstGeom prst="rect">
            <a:avLst/>
          </a:prstGeom>
        </p:spPr>
      </p:pic>
      <p:sp>
        <p:nvSpPr>
          <p:cNvPr id="4" name="Text 1"/>
          <p:cNvSpPr txBox="1"/>
          <p:nvPr/>
        </p:nvSpPr>
        <p:spPr>
          <a:xfrm>
            <a:off x="731520" y="3657600"/>
            <a:ext cx="4572000" cy="640080"/>
          </a:xfrm>
          <a:prstGeom prst="rect">
            <a:avLst/>
          </a:prstGeom>
          <a:noFill/>
          <a:ln/>
        </p:spPr>
        <p:txBody>
          <a:bodyPr wrap="square" lIns="0" tIns="0" rIns="0" bIns="0" rtlCol="0" anchor="t"/>
          <a:lstStyle/>
          <a:p>
            <a:pPr rtl="1" algn="ctr" indent="0" marL="0">
              <a:buNone/>
            </a:pPr>
            <a:r>
              <a:rPr lang="he-IL" altLang="en-US" sz="1200" dirty="0">
                <a:solidFill>
                  <a:srgbClr val="A7ADB8"/>
                </a:solidFill>
                <a:latin typeface="Arial" pitchFamily="34" charset="0"/>
                <a:ea typeface="Arial" pitchFamily="34" charset="-122"/>
                <a:cs typeface="Arial" pitchFamily="34" charset="-120"/>
              </a:rPr>
              <a:t>תמונה: חנוך היום – תמונה חזקה, מבט למצלמה</a:t>
            </a:r>
            <a:endParaRPr lang="he-IL" sz="1200" dirty="0"/>
          </a:p>
        </p:txBody>
      </p:sp>
      <p:sp>
        <p:nvSpPr>
          <p:cNvPr id="5" name="Text 2"/>
          <p:cNvSpPr txBox="1"/>
          <p:nvPr/>
        </p:nvSpPr>
        <p:spPr>
          <a:xfrm>
            <a:off x="6035040" y="1371600"/>
            <a:ext cx="5669280" cy="1554480"/>
          </a:xfrm>
          <a:prstGeom prst="rect">
            <a:avLst/>
          </a:prstGeom>
          <a:noFill/>
          <a:ln/>
        </p:spPr>
        <p:txBody>
          <a:bodyPr wrap="square" lIns="0" tIns="0" rIns="0" bIns="0" rtlCol="0" anchor="t"/>
          <a:lstStyle/>
          <a:p>
            <a:pPr rtl="1" algn="r" indent="0" marL="0">
              <a:buNone/>
            </a:pPr>
            <a:r>
              <a:rPr lang="he-IL" altLang="en-US" sz="11000" b="1" dirty="0">
                <a:solidFill>
                  <a:srgbClr val="D9B78C"/>
                </a:solidFill>
                <a:latin typeface="Arial" pitchFamily="34" charset="0"/>
                <a:ea typeface="Arial" pitchFamily="34" charset="-122"/>
                <a:cs typeface="Arial" pitchFamily="34" charset="-120"/>
              </a:rPr>
              <a:t>7.10</a:t>
            </a:r>
            <a:endParaRPr lang="he-IL" sz="11000" dirty="0"/>
          </a:p>
        </p:txBody>
      </p:sp>
      <p:sp>
        <p:nvSpPr>
          <p:cNvPr id="6" name="Text 3"/>
          <p:cNvSpPr txBox="1"/>
          <p:nvPr/>
        </p:nvSpPr>
        <p:spPr>
          <a:xfrm>
            <a:off x="6035040" y="3017520"/>
            <a:ext cx="5669280" cy="914400"/>
          </a:xfrm>
          <a:prstGeom prst="rect">
            <a:avLst/>
          </a:prstGeom>
          <a:noFill/>
          <a:ln/>
        </p:spPr>
        <p:txBody>
          <a:bodyPr wrap="square" lIns="0" tIns="0" rIns="0" bIns="0" rtlCol="0" anchor="t"/>
          <a:lstStyle/>
          <a:p>
            <a:pPr rtl="1" algn="r" indent="0" marL="0">
              <a:buNone/>
            </a:pPr>
            <a:r>
              <a:rPr lang="he-IL" altLang="en-US" sz="4800" b="1" dirty="0">
                <a:solidFill>
                  <a:srgbClr val="FFFFFF"/>
                </a:solidFill>
                <a:latin typeface="Arial" pitchFamily="34" charset="0"/>
                <a:ea typeface="Arial" pitchFamily="34" charset="-122"/>
                <a:cs typeface="Arial" pitchFamily="34" charset="-120"/>
              </a:rPr>
              <a:t>הסיפור שלי</a:t>
            </a:r>
            <a:endParaRPr lang="he-IL" sz="4800" dirty="0"/>
          </a:p>
        </p:txBody>
      </p:sp>
      <p:sp>
        <p:nvSpPr>
          <p:cNvPr id="7" name="Text 4"/>
          <p:cNvSpPr txBox="1"/>
          <p:nvPr/>
        </p:nvSpPr>
        <p:spPr>
          <a:xfrm>
            <a:off x="6035040" y="4023360"/>
            <a:ext cx="5669280" cy="548640"/>
          </a:xfrm>
          <a:prstGeom prst="rect">
            <a:avLst/>
          </a:prstGeom>
          <a:noFill/>
          <a:ln/>
        </p:spPr>
        <p:txBody>
          <a:bodyPr wrap="square" lIns="0" tIns="0" rIns="0" bIns="0" rtlCol="0" anchor="t"/>
          <a:lstStyle/>
          <a:p>
            <a:pPr rtl="1" algn="r" indent="0" marL="0">
              <a:buNone/>
            </a:pPr>
            <a:r>
              <a:rPr lang="he-IL" altLang="en-US" sz="1800" dirty="0">
                <a:solidFill>
                  <a:srgbClr val="A7ADB8"/>
                </a:solidFill>
                <a:latin typeface="Arial" pitchFamily="34" charset="0"/>
                <a:ea typeface="Arial" pitchFamily="34" charset="-122"/>
                <a:cs typeface="Arial" pitchFamily="34" charset="-120"/>
              </a:rPr>
              <a:t>חנוך  |  לוחם סיירת נח״ל, פצוע 7 באוקטובר</a:t>
            </a:r>
            <a:endParaRPr lang="he-IL" sz="1800" dirty="0"/>
          </a:p>
        </p:txBody>
      </p:sp>
      <p:sp>
        <p:nvSpPr>
          <p:cNvPr id="8" name="Text 5"/>
          <p:cNvSpPr txBox="1"/>
          <p:nvPr/>
        </p:nvSpPr>
        <p:spPr>
          <a:xfrm>
            <a:off x="6035040" y="4572000"/>
            <a:ext cx="5669280" cy="457200"/>
          </a:xfrm>
          <a:prstGeom prst="rect">
            <a:avLst/>
          </a:prstGeom>
          <a:noFill/>
          <a:ln/>
        </p:spPr>
        <p:txBody>
          <a:bodyPr wrap="square" lIns="0" tIns="0" rIns="0" bIns="0" rtlCol="0" anchor="t"/>
          <a:lstStyle/>
          <a:p>
            <a:pPr rtl="1" algn="r" indent="0" marL="0">
              <a:buNone/>
            </a:pPr>
            <a:r>
              <a:rPr lang="he-IL" altLang="en-US" sz="1600" dirty="0">
                <a:solidFill>
                  <a:srgbClr val="A7ADB8"/>
                </a:solidFill>
                <a:latin typeface="Arial" pitchFamily="34" charset="0"/>
                <a:ea typeface="Arial" pitchFamily="34" charset="-122"/>
                <a:cs typeface="Arial" pitchFamily="34" charset="-120"/>
              </a:rPr>
              <a:t>הרצאה על בחירה, פציעה, ומה עושים אחרי</a:t>
            </a:r>
            <a:endParaRPr lang="he-IL"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6"/>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454335" y="1005840"/>
            <a:ext cx="822960" cy="822960"/>
          </a:xfrm>
          <a:prstGeom prst="rect">
            <a:avLst/>
          </a:prstGeom>
        </p:spPr>
      </p:pic>
      <p:sp>
        <p:nvSpPr>
          <p:cNvPr id="3" name="Text 0"/>
          <p:cNvSpPr txBox="1"/>
          <p:nvPr/>
        </p:nvSpPr>
        <p:spPr>
          <a:xfrm>
            <a:off x="914400" y="1920240"/>
            <a:ext cx="9539935" cy="2377440"/>
          </a:xfrm>
          <a:prstGeom prst="rect">
            <a:avLst/>
          </a:prstGeom>
          <a:noFill/>
          <a:ln/>
        </p:spPr>
        <p:txBody>
          <a:bodyPr wrap="square" lIns="0" tIns="0" rIns="0" bIns="0" rtlCol="0" anchor="t"/>
          <a:lstStyle/>
          <a:p>
            <a:pPr rtl="1" algn="r" indent="0" marL="0">
              <a:buNone/>
            </a:pPr>
            <a:r>
              <a:rPr lang="he-IL" altLang="en-US" sz="4000" b="1" dirty="0">
                <a:solidFill>
                  <a:srgbClr val="FFFFFF"/>
                </a:solidFill>
                <a:latin typeface="Arial" pitchFamily="34" charset="0"/>
                <a:ea typeface="Arial" pitchFamily="34" charset="-122"/>
                <a:cs typeface="Arial" pitchFamily="34" charset="-120"/>
              </a:rPr>
              <a:t>ב־7 באוקטובר קיבלתי החלטה</a:t>
            </a:r>
            <a:endParaRPr lang="he-IL" sz="4000" dirty="0"/>
          </a:p>
          <a:p>
            <a:pPr rtl="1" algn="r" indent="0" marL="0">
              <a:buNone/>
            </a:pPr>
            <a:r>
              <a:rPr lang="he-IL" altLang="en-US" sz="4000" b="1" dirty="0">
                <a:solidFill>
                  <a:srgbClr val="FFFFFF"/>
                </a:solidFill>
                <a:latin typeface="Arial" pitchFamily="34" charset="0"/>
                <a:ea typeface="Arial" pitchFamily="34" charset="-122"/>
                <a:cs typeface="Arial" pitchFamily="34" charset="-120"/>
              </a:rPr>
              <a:t>שאולי הייתה אחת ההחלטות</a:t>
            </a:r>
            <a:endParaRPr lang="he-IL" sz="4000" dirty="0"/>
          </a:p>
          <a:p>
            <a:pPr rtl="1" algn="r" indent="0" marL="0">
              <a:buNone/>
            </a:pPr>
            <a:r>
              <a:rPr lang="he-IL" altLang="en-US" sz="4000" b="1" dirty="0">
                <a:solidFill>
                  <a:srgbClr val="FFFFFF"/>
                </a:solidFill>
                <a:latin typeface="Arial" pitchFamily="34" charset="0"/>
                <a:ea typeface="Arial" pitchFamily="34" charset="-122"/>
                <a:cs typeface="Arial" pitchFamily="34" charset="-120"/>
              </a:rPr>
              <a:t>הכי חשובות בחיים שלי.</a:t>
            </a:r>
            <a:endParaRPr lang="he-IL" sz="4000" dirty="0"/>
          </a:p>
        </p:txBody>
      </p:sp>
      <p:sp>
        <p:nvSpPr>
          <p:cNvPr id="4" name="Text 1"/>
          <p:cNvSpPr txBox="1"/>
          <p:nvPr/>
        </p:nvSpPr>
        <p:spPr>
          <a:xfrm>
            <a:off x="914400" y="4480560"/>
            <a:ext cx="9539935" cy="731520"/>
          </a:xfrm>
          <a:prstGeom prst="rect">
            <a:avLst/>
          </a:prstGeom>
          <a:noFill/>
          <a:ln/>
        </p:spPr>
        <p:txBody>
          <a:bodyPr wrap="square" lIns="0" tIns="0" rIns="0" bIns="0" rtlCol="0" anchor="t"/>
          <a:lstStyle/>
          <a:p>
            <a:pPr rtl="1" algn="r" indent="0" marL="0">
              <a:buNone/>
            </a:pPr>
            <a:r>
              <a:rPr lang="he-IL" altLang="en-US" sz="2400" dirty="0">
                <a:solidFill>
                  <a:srgbClr val="D9B78C"/>
                </a:solidFill>
                <a:latin typeface="Arial" pitchFamily="34" charset="0"/>
                <a:ea typeface="Arial" pitchFamily="34" charset="-122"/>
                <a:cs typeface="Arial" pitchFamily="34" charset="-120"/>
              </a:rPr>
              <a:t>לא ידעתי אז שהיא תשנה את כל החיים שלי.</a:t>
            </a:r>
            <a:endParaRPr lang="he-IL" sz="2400" dirty="0"/>
          </a:p>
        </p:txBody>
      </p:sp>
      <p:sp>
        <p:nvSpPr>
          <p:cNvPr id="5" name="Text 2"/>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2</a:t>
            </a:r>
            <a:endParaRPr lang="he-IL"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822960" y="1280160"/>
            <a:ext cx="10545775" cy="1463040"/>
          </a:xfrm>
          <a:prstGeom prst="rect">
            <a:avLst/>
          </a:prstGeom>
          <a:noFill/>
          <a:ln/>
        </p:spPr>
        <p:txBody>
          <a:bodyPr wrap="square" lIns="0" tIns="0" rIns="0" bIns="0" rtlCol="0" anchor="t"/>
          <a:lstStyle/>
          <a:p>
            <a:pPr rtl="1" algn="r" indent="0" marL="0">
              <a:buNone/>
            </a:pPr>
            <a:r>
              <a:rPr lang="he-IL" altLang="en-US" sz="9600" b="1" dirty="0">
                <a:solidFill>
                  <a:srgbClr val="D9B78C"/>
                </a:solidFill>
                <a:latin typeface="Arial" pitchFamily="34" charset="0"/>
                <a:ea typeface="Arial" pitchFamily="34" charset="-122"/>
                <a:cs typeface="Arial" pitchFamily="34" charset="-120"/>
              </a:rPr>
              <a:t>01</a:t>
            </a:r>
            <a:endParaRPr lang="he-IL" sz="9600" dirty="0"/>
          </a:p>
        </p:txBody>
      </p:sp>
      <p:sp>
        <p:nvSpPr>
          <p:cNvPr id="3" name="Text 1"/>
          <p:cNvSpPr txBox="1"/>
          <p:nvPr/>
        </p:nvSpPr>
        <p:spPr>
          <a:xfrm>
            <a:off x="822960" y="2926080"/>
            <a:ext cx="10545775" cy="1097280"/>
          </a:xfrm>
          <a:prstGeom prst="rect">
            <a:avLst/>
          </a:prstGeom>
          <a:noFill/>
          <a:ln/>
        </p:spPr>
        <p:txBody>
          <a:bodyPr wrap="square" lIns="0" tIns="0" rIns="0" bIns="0" rtlCol="0" anchor="t"/>
          <a:lstStyle/>
          <a:p>
            <a:pPr rtl="1" algn="r" indent="0" marL="0">
              <a:buNone/>
            </a:pPr>
            <a:r>
              <a:rPr lang="he-IL" altLang="en-US" sz="4400" b="1" dirty="0">
                <a:solidFill>
                  <a:srgbClr val="FFFFFF"/>
                </a:solidFill>
                <a:latin typeface="Arial" pitchFamily="34" charset="0"/>
                <a:ea typeface="Arial" pitchFamily="34" charset="-122"/>
                <a:cs typeface="Arial" pitchFamily="34" charset="-120"/>
              </a:rPr>
              <a:t>מי הייתי לפני הכול</a:t>
            </a:r>
            <a:endParaRPr lang="he-IL" sz="4400" dirty="0"/>
          </a:p>
        </p:txBody>
      </p:sp>
      <p:sp>
        <p:nvSpPr>
          <p:cNvPr id="4" name="Text 2"/>
          <p:cNvSpPr txBox="1"/>
          <p:nvPr/>
        </p:nvSpPr>
        <p:spPr>
          <a:xfrm>
            <a:off x="822960" y="4206240"/>
            <a:ext cx="10545775" cy="1097280"/>
          </a:xfrm>
          <a:prstGeom prst="rect">
            <a:avLst/>
          </a:prstGeom>
          <a:noFill/>
          <a:ln/>
        </p:spPr>
        <p:txBody>
          <a:bodyPr wrap="square" lIns="0" tIns="0" rIns="0" bIns="0" rtlCol="0" anchor="t"/>
          <a:lstStyle/>
          <a:p>
            <a:pPr rtl="1" algn="r" indent="0" marL="0">
              <a:buNone/>
            </a:pPr>
            <a:r>
              <a:rPr lang="he-IL" altLang="en-US" sz="2000" dirty="0">
                <a:solidFill>
                  <a:srgbClr val="A7ADB8"/>
                </a:solidFill>
                <a:latin typeface="Arial" pitchFamily="34" charset="0"/>
                <a:ea typeface="Arial" pitchFamily="34" charset="-122"/>
                <a:cs typeface="Arial" pitchFamily="34" charset="-120"/>
              </a:rPr>
              <a:t>רק עכשיו חוזרים אחורה. לא כל הילדות – רק הרגעים שמסבירים.</a:t>
            </a:r>
            <a:endParaRPr lang="he-IL" sz="2000" dirty="0"/>
          </a:p>
        </p:txBody>
      </p:sp>
      <p:sp>
        <p:nvSpPr>
          <p:cNvPr id="5" name="Text 3"/>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3</a:t>
            </a:r>
            <a:endParaRPr lang="he-IL"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3EE"/>
        </a:solidFill>
      </p:bgPr>
    </p:bg>
    <p:spTree>
      <p:nvGrpSpPr>
        <p:cNvPr id="1" name=""/>
        <p:cNvGrpSpPr/>
        <p:nvPr/>
      </p:nvGrpSpPr>
      <p:grpSpPr>
        <a:xfrm>
          <a:off x="0" y="0"/>
          <a:ext cx="0" cy="0"/>
          <a:chOff x="0" y="0"/>
          <a:chExt cx="0" cy="0"/>
        </a:xfrm>
      </p:grpSpPr>
      <p:sp>
        <p:nvSpPr>
          <p:cNvPr id="2" name="Text 0"/>
          <p:cNvSpPr txBox="1"/>
          <p:nvPr/>
        </p:nvSpPr>
        <p:spPr>
          <a:xfrm>
            <a:off x="822960" y="548640"/>
            <a:ext cx="10545775" cy="914400"/>
          </a:xfrm>
          <a:prstGeom prst="rect">
            <a:avLst/>
          </a:prstGeom>
          <a:noFill/>
          <a:ln/>
        </p:spPr>
        <p:txBody>
          <a:bodyPr wrap="square" lIns="0" tIns="0" rIns="0" bIns="0" rtlCol="0" anchor="t"/>
          <a:lstStyle/>
          <a:p>
            <a:pPr rtl="1" algn="r" indent="0" marL="0">
              <a:buNone/>
            </a:pPr>
            <a:r>
              <a:rPr lang="he-IL" altLang="en-US" sz="3600" b="1" dirty="0">
                <a:solidFill>
                  <a:srgbClr val="1C1F26"/>
                </a:solidFill>
                <a:latin typeface="Arial" pitchFamily="34" charset="0"/>
                <a:ea typeface="Arial" pitchFamily="34" charset="-122"/>
                <a:cs typeface="Arial" pitchFamily="34" charset="-120"/>
              </a:rPr>
              <a:t>חנוך, בן 24, מיישובי גדרות</a:t>
            </a:r>
            <a:endParaRPr lang="he-IL" sz="3600" dirty="0"/>
          </a:p>
        </p:txBody>
      </p:sp>
      <p:sp>
        <p:nvSpPr>
          <p:cNvPr id="3" name="Shape 1"/>
          <p:cNvSpPr/>
          <p:nvPr/>
        </p:nvSpPr>
        <p:spPr>
          <a:xfrm>
            <a:off x="822960" y="1737360"/>
            <a:ext cx="4206240" cy="4206240"/>
          </a:xfrm>
          <a:prstGeom prst="roundRect">
            <a:avLst>
              <a:gd name="adj" fmla="val 3261"/>
            </a:avLst>
          </a:prstGeom>
          <a:solidFill>
            <a:srgbClr val="ECE7DF"/>
          </a:solidFill>
          <a:ln w="15875">
            <a:solidFill>
              <a:srgbClr val="C9C2B6"/>
            </a:solidFill>
            <a:prstDash val="dash"/>
          </a:ln>
        </p:spPr>
      </p:sp>
      <p:pic>
        <p:nvPicPr>
          <p:cNvPr id="4" name="Image 0" descr="preencoded.png">    </p:cNvPr>
          <p:cNvPicPr>
            <a:picLocks noChangeAspect="1"/>
          </p:cNvPicPr>
          <p:nvPr/>
        </p:nvPicPr>
        <p:blipFill>
          <a:blip r:embed="rId1"/>
          <a:stretch>
            <a:fillRect/>
          </a:stretch>
        </p:blipFill>
        <p:spPr>
          <a:xfrm>
            <a:off x="2651760" y="3246120"/>
            <a:ext cx="548640" cy="548640"/>
          </a:xfrm>
          <a:prstGeom prst="rect">
            <a:avLst/>
          </a:prstGeom>
        </p:spPr>
      </p:pic>
      <p:sp>
        <p:nvSpPr>
          <p:cNvPr id="5" name="Text 2"/>
          <p:cNvSpPr txBox="1"/>
          <p:nvPr/>
        </p:nvSpPr>
        <p:spPr>
          <a:xfrm>
            <a:off x="1097280" y="4069080"/>
            <a:ext cx="3657600" cy="640080"/>
          </a:xfrm>
          <a:prstGeom prst="rect">
            <a:avLst/>
          </a:prstGeom>
          <a:noFill/>
          <a:ln/>
        </p:spPr>
        <p:txBody>
          <a:bodyPr wrap="square" lIns="0" tIns="0" rIns="0" bIns="0" rtlCol="0" anchor="t"/>
          <a:lstStyle/>
          <a:p>
            <a:pPr rtl="1" algn="ctr" indent="0" marL="0">
              <a:buNone/>
            </a:pPr>
            <a:r>
              <a:rPr lang="he-IL" altLang="en-US" sz="1200" dirty="0">
                <a:solidFill>
                  <a:srgbClr val="6B7280"/>
                </a:solidFill>
                <a:latin typeface="Arial" pitchFamily="34" charset="0"/>
                <a:ea typeface="Arial" pitchFamily="34" charset="-122"/>
                <a:cs typeface="Arial" pitchFamily="34" charset="-120"/>
              </a:rPr>
              <a:t>תמונה: ילדות במושב – תמונה משפחתית או מהשדות</a:t>
            </a:r>
            <a:endParaRPr lang="he-IL" sz="1200" dirty="0"/>
          </a:p>
        </p:txBody>
      </p:sp>
      <p:sp>
        <p:nvSpPr>
          <p:cNvPr id="6" name="Shape 3"/>
          <p:cNvSpPr/>
          <p:nvPr/>
        </p:nvSpPr>
        <p:spPr>
          <a:xfrm>
            <a:off x="10637215" y="1828800"/>
            <a:ext cx="731520" cy="731520"/>
          </a:xfrm>
          <a:prstGeom prst="ellipse">
            <a:avLst/>
          </a:prstGeom>
          <a:solidFill>
            <a:srgbClr val="D9B78C"/>
          </a:solidFill>
          <a:ln w="12700">
            <a:solidFill>
              <a:srgbClr val="D9B78C"/>
            </a:solidFill>
            <a:prstDash val="solid"/>
          </a:ln>
        </p:spPr>
      </p:sp>
      <p:pic>
        <p:nvPicPr>
          <p:cNvPr id="7" name="Image 1" descr="preencoded.png">    </p:cNvPr>
          <p:cNvPicPr>
            <a:picLocks noChangeAspect="1"/>
          </p:cNvPicPr>
          <p:nvPr/>
        </p:nvPicPr>
        <p:blipFill>
          <a:blip r:embed="rId2"/>
          <a:stretch>
            <a:fillRect/>
          </a:stretch>
        </p:blipFill>
        <p:spPr>
          <a:xfrm>
            <a:off x="10820095" y="2011680"/>
            <a:ext cx="365760" cy="365760"/>
          </a:xfrm>
          <a:prstGeom prst="rect">
            <a:avLst/>
          </a:prstGeom>
        </p:spPr>
      </p:pic>
      <p:sp>
        <p:nvSpPr>
          <p:cNvPr id="8" name="Text 4"/>
          <p:cNvSpPr txBox="1"/>
          <p:nvPr/>
        </p:nvSpPr>
        <p:spPr>
          <a:xfrm>
            <a:off x="5394960" y="1828800"/>
            <a:ext cx="4967935" cy="411480"/>
          </a:xfrm>
          <a:prstGeom prst="rect">
            <a:avLst/>
          </a:prstGeom>
          <a:noFill/>
          <a:ln/>
        </p:spPr>
        <p:txBody>
          <a:bodyPr wrap="square" lIns="0" tIns="0" rIns="0" bIns="0" rtlCol="0" anchor="t"/>
          <a:lstStyle/>
          <a:p>
            <a:pPr rtl="1" algn="r" indent="0" marL="0">
              <a:buNone/>
            </a:pPr>
            <a:r>
              <a:rPr lang="he-IL" altLang="en-US" sz="2200" b="1" dirty="0">
                <a:solidFill>
                  <a:srgbClr val="1C1F26"/>
                </a:solidFill>
                <a:latin typeface="Arial" pitchFamily="34" charset="0"/>
                <a:ea typeface="Arial" pitchFamily="34" charset="-122"/>
                <a:cs typeface="Arial" pitchFamily="34" charset="-120"/>
              </a:rPr>
              <a:t>ילדות מושבניקית</a:t>
            </a:r>
            <a:endParaRPr lang="he-IL" sz="2200" dirty="0"/>
          </a:p>
        </p:txBody>
      </p:sp>
      <p:sp>
        <p:nvSpPr>
          <p:cNvPr id="9" name="Text 5"/>
          <p:cNvSpPr txBox="1"/>
          <p:nvPr/>
        </p:nvSpPr>
        <p:spPr>
          <a:xfrm>
            <a:off x="5394960" y="2286000"/>
            <a:ext cx="4967935" cy="731520"/>
          </a:xfrm>
          <a:prstGeom prst="rect">
            <a:avLst/>
          </a:prstGeom>
          <a:noFill/>
          <a:ln/>
        </p:spPr>
        <p:txBody>
          <a:bodyPr wrap="square" lIns="0" tIns="0" rIns="0" bIns="0" rtlCol="0" anchor="t"/>
          <a:lstStyle/>
          <a:p>
            <a:pPr rtl="1" algn="r" indent="0" marL="0">
              <a:buNone/>
            </a:pPr>
            <a:r>
              <a:rPr lang="he-IL" altLang="en-US" sz="1500" dirty="0">
                <a:solidFill>
                  <a:srgbClr val="6B7280"/>
                </a:solidFill>
                <a:latin typeface="Arial" pitchFamily="34" charset="0"/>
                <a:ea typeface="Arial" pitchFamily="34" charset="-122"/>
                <a:cs typeface="Arial" pitchFamily="34" charset="-120"/>
              </a:rPr>
              <a:t>גדלתי בגדרות – שדות, טרקטורים, חופש, ומעט מאוד גבולות.</a:t>
            </a:r>
            <a:endParaRPr lang="he-IL" sz="1500" dirty="0"/>
          </a:p>
        </p:txBody>
      </p:sp>
      <p:sp>
        <p:nvSpPr>
          <p:cNvPr id="10" name="Shape 6"/>
          <p:cNvSpPr/>
          <p:nvPr/>
        </p:nvSpPr>
        <p:spPr>
          <a:xfrm>
            <a:off x="10637215" y="3154680"/>
            <a:ext cx="731520" cy="731520"/>
          </a:xfrm>
          <a:prstGeom prst="ellipse">
            <a:avLst/>
          </a:prstGeom>
          <a:solidFill>
            <a:srgbClr val="D9B78C"/>
          </a:solidFill>
          <a:ln w="12700">
            <a:solidFill>
              <a:srgbClr val="D9B78C"/>
            </a:solidFill>
            <a:prstDash val="solid"/>
          </a:ln>
        </p:spPr>
      </p:sp>
      <p:pic>
        <p:nvPicPr>
          <p:cNvPr id="11" name="Image 2" descr="preencoded.png">    </p:cNvPr>
          <p:cNvPicPr>
            <a:picLocks noChangeAspect="1"/>
          </p:cNvPicPr>
          <p:nvPr/>
        </p:nvPicPr>
        <p:blipFill>
          <a:blip r:embed="rId3"/>
          <a:stretch>
            <a:fillRect/>
          </a:stretch>
        </p:blipFill>
        <p:spPr>
          <a:xfrm>
            <a:off x="10820095" y="3337560"/>
            <a:ext cx="365760" cy="365760"/>
          </a:xfrm>
          <a:prstGeom prst="rect">
            <a:avLst/>
          </a:prstGeom>
        </p:spPr>
      </p:pic>
      <p:sp>
        <p:nvSpPr>
          <p:cNvPr id="12" name="Text 7"/>
          <p:cNvSpPr txBox="1"/>
          <p:nvPr/>
        </p:nvSpPr>
        <p:spPr>
          <a:xfrm>
            <a:off x="5394960" y="3154680"/>
            <a:ext cx="4967935" cy="411480"/>
          </a:xfrm>
          <a:prstGeom prst="rect">
            <a:avLst/>
          </a:prstGeom>
          <a:noFill/>
          <a:ln/>
        </p:spPr>
        <p:txBody>
          <a:bodyPr wrap="square" lIns="0" tIns="0" rIns="0" bIns="0" rtlCol="0" anchor="t"/>
          <a:lstStyle/>
          <a:p>
            <a:pPr rtl="1" algn="r" indent="0" marL="0">
              <a:buNone/>
            </a:pPr>
            <a:r>
              <a:rPr lang="he-IL" altLang="en-US" sz="2200" b="1" dirty="0">
                <a:solidFill>
                  <a:srgbClr val="1C1F26"/>
                </a:solidFill>
                <a:latin typeface="Arial" pitchFamily="34" charset="0"/>
                <a:ea typeface="Arial" pitchFamily="34" charset="-122"/>
                <a:cs typeface="Arial" pitchFamily="34" charset="-120"/>
              </a:rPr>
              <a:t>אח בכור לארבעה</a:t>
            </a:r>
            <a:endParaRPr lang="he-IL" sz="2200" dirty="0"/>
          </a:p>
        </p:txBody>
      </p:sp>
      <p:sp>
        <p:nvSpPr>
          <p:cNvPr id="13" name="Text 8"/>
          <p:cNvSpPr txBox="1"/>
          <p:nvPr/>
        </p:nvSpPr>
        <p:spPr>
          <a:xfrm>
            <a:off x="5394960" y="3611880"/>
            <a:ext cx="4967935" cy="731520"/>
          </a:xfrm>
          <a:prstGeom prst="rect">
            <a:avLst/>
          </a:prstGeom>
          <a:noFill/>
          <a:ln/>
        </p:spPr>
        <p:txBody>
          <a:bodyPr wrap="square" lIns="0" tIns="0" rIns="0" bIns="0" rtlCol="0" anchor="t"/>
          <a:lstStyle/>
          <a:p>
            <a:pPr rtl="1" algn="r" indent="0" marL="0">
              <a:buNone/>
            </a:pPr>
            <a:r>
              <a:rPr lang="he-IL" altLang="en-US" sz="1500" dirty="0">
                <a:solidFill>
                  <a:srgbClr val="6B7280"/>
                </a:solidFill>
                <a:latin typeface="Arial" pitchFamily="34" charset="0"/>
                <a:ea typeface="Arial" pitchFamily="34" charset="-122"/>
                <a:cs typeface="Arial" pitchFamily="34" charset="-120"/>
              </a:rPr>
              <a:t>מגיל צעיר הייתי זה שאמורים להסתכל עליו.</a:t>
            </a:r>
            <a:endParaRPr lang="he-IL" sz="1500" dirty="0"/>
          </a:p>
        </p:txBody>
      </p:sp>
      <p:sp>
        <p:nvSpPr>
          <p:cNvPr id="14" name="Shape 9"/>
          <p:cNvSpPr/>
          <p:nvPr/>
        </p:nvSpPr>
        <p:spPr>
          <a:xfrm>
            <a:off x="10637215" y="4480560"/>
            <a:ext cx="731520" cy="731520"/>
          </a:xfrm>
          <a:prstGeom prst="ellipse">
            <a:avLst/>
          </a:prstGeom>
          <a:solidFill>
            <a:srgbClr val="D9B78C"/>
          </a:solidFill>
          <a:ln w="12700">
            <a:solidFill>
              <a:srgbClr val="D9B78C"/>
            </a:solidFill>
            <a:prstDash val="solid"/>
          </a:ln>
        </p:spPr>
      </p:sp>
      <p:pic>
        <p:nvPicPr>
          <p:cNvPr id="15" name="Image 3" descr="preencoded.png">    </p:cNvPr>
          <p:cNvPicPr>
            <a:picLocks noChangeAspect="1"/>
          </p:cNvPicPr>
          <p:nvPr/>
        </p:nvPicPr>
        <p:blipFill>
          <a:blip r:embed="rId4"/>
          <a:stretch>
            <a:fillRect/>
          </a:stretch>
        </p:blipFill>
        <p:spPr>
          <a:xfrm>
            <a:off x="10820095" y="4663440"/>
            <a:ext cx="365760" cy="365760"/>
          </a:xfrm>
          <a:prstGeom prst="rect">
            <a:avLst/>
          </a:prstGeom>
        </p:spPr>
      </p:pic>
      <p:sp>
        <p:nvSpPr>
          <p:cNvPr id="16" name="Text 10"/>
          <p:cNvSpPr txBox="1"/>
          <p:nvPr/>
        </p:nvSpPr>
        <p:spPr>
          <a:xfrm>
            <a:off x="5394960" y="4480560"/>
            <a:ext cx="4967935" cy="411480"/>
          </a:xfrm>
          <a:prstGeom prst="rect">
            <a:avLst/>
          </a:prstGeom>
          <a:noFill/>
          <a:ln/>
        </p:spPr>
        <p:txBody>
          <a:bodyPr wrap="square" lIns="0" tIns="0" rIns="0" bIns="0" rtlCol="0" anchor="t"/>
          <a:lstStyle/>
          <a:p>
            <a:pPr rtl="1" algn="r" indent="0" marL="0">
              <a:buNone/>
            </a:pPr>
            <a:r>
              <a:rPr lang="he-IL" altLang="en-US" sz="2200" b="1" dirty="0">
                <a:solidFill>
                  <a:srgbClr val="1C1F26"/>
                </a:solidFill>
                <a:latin typeface="Arial" pitchFamily="34" charset="0"/>
                <a:ea typeface="Arial" pitchFamily="34" charset="-122"/>
                <a:cs typeface="Arial" pitchFamily="34" charset="-120"/>
              </a:rPr>
              <a:t>הרבה סימני שאלה</a:t>
            </a:r>
            <a:endParaRPr lang="he-IL" sz="2200" dirty="0"/>
          </a:p>
        </p:txBody>
      </p:sp>
      <p:sp>
        <p:nvSpPr>
          <p:cNvPr id="17" name="Text 11"/>
          <p:cNvSpPr txBox="1"/>
          <p:nvPr/>
        </p:nvSpPr>
        <p:spPr>
          <a:xfrm>
            <a:off x="5394960" y="4937760"/>
            <a:ext cx="4967935" cy="731520"/>
          </a:xfrm>
          <a:prstGeom prst="rect">
            <a:avLst/>
          </a:prstGeom>
          <a:noFill/>
          <a:ln/>
        </p:spPr>
        <p:txBody>
          <a:bodyPr wrap="square" lIns="0" tIns="0" rIns="0" bIns="0" rtlCol="0" anchor="t"/>
          <a:lstStyle/>
          <a:p>
            <a:pPr rtl="1" algn="r" indent="0" marL="0">
              <a:buNone/>
            </a:pPr>
            <a:r>
              <a:rPr lang="he-IL" altLang="en-US" sz="1500" dirty="0">
                <a:solidFill>
                  <a:srgbClr val="6B7280"/>
                </a:solidFill>
                <a:latin typeface="Arial" pitchFamily="34" charset="0"/>
                <a:ea typeface="Arial" pitchFamily="34" charset="-122"/>
                <a:cs typeface="Arial" pitchFamily="34" charset="-120"/>
              </a:rPr>
              <a:t>לא ילד שידעו לאן הוא הולך – לא ההורים, לא המורים, ולא אני.</a:t>
            </a:r>
            <a:endParaRPr lang="he-IL" sz="1500" dirty="0"/>
          </a:p>
        </p:txBody>
      </p:sp>
      <p:sp>
        <p:nvSpPr>
          <p:cNvPr id="18" name="Text 12"/>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6B7280"/>
                </a:solidFill>
                <a:latin typeface="Arial" pitchFamily="34" charset="0"/>
                <a:ea typeface="Arial" pitchFamily="34" charset="-122"/>
                <a:cs typeface="Arial" pitchFamily="34" charset="-120"/>
              </a:rPr>
              <a:t>4</a:t>
            </a:r>
            <a:endParaRPr lang="he-IL"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822960" y="1188720"/>
            <a:ext cx="10545775" cy="1463040"/>
          </a:xfrm>
          <a:prstGeom prst="rect">
            <a:avLst/>
          </a:prstGeom>
          <a:noFill/>
          <a:ln/>
        </p:spPr>
        <p:txBody>
          <a:bodyPr wrap="square" lIns="0" tIns="0" rIns="0" bIns="0" rtlCol="0" anchor="t"/>
          <a:lstStyle/>
          <a:p>
            <a:pPr rtl="1" algn="ctr" indent="0" marL="0">
              <a:buNone/>
            </a:pPr>
            <a:r>
              <a:rPr lang="he-IL" altLang="en-US" sz="8400" b="1" dirty="0">
                <a:solidFill>
                  <a:srgbClr val="D9B78C"/>
                </a:solidFill>
                <a:latin typeface="Arial" pitchFamily="34" charset="0"/>
                <a:ea typeface="Arial" pitchFamily="34" charset="-122"/>
                <a:cs typeface="Arial" pitchFamily="34" charset="-120"/>
              </a:rPr>
              <a:t>״ילד בעייתי״</a:t>
            </a:r>
            <a:endParaRPr lang="he-IL" sz="8400" dirty="0"/>
          </a:p>
        </p:txBody>
      </p:sp>
      <p:sp>
        <p:nvSpPr>
          <p:cNvPr id="3" name="Text 1"/>
          <p:cNvSpPr txBox="1"/>
          <p:nvPr/>
        </p:nvSpPr>
        <p:spPr>
          <a:xfrm>
            <a:off x="1371600" y="2834640"/>
            <a:ext cx="9448495" cy="640080"/>
          </a:xfrm>
          <a:prstGeom prst="rect">
            <a:avLst/>
          </a:prstGeom>
          <a:noFill/>
          <a:ln/>
        </p:spPr>
        <p:txBody>
          <a:bodyPr wrap="square" lIns="0" tIns="0" rIns="0" bIns="0" rtlCol="0" anchor="t"/>
          <a:lstStyle/>
          <a:p>
            <a:pPr rtl="1" algn="ctr" indent="0" marL="0">
              <a:buNone/>
            </a:pPr>
            <a:r>
              <a:rPr lang="he-IL" altLang="en-US" sz="2600" dirty="0">
                <a:solidFill>
                  <a:srgbClr val="FFFFFF"/>
                </a:solidFill>
                <a:latin typeface="Arial" pitchFamily="34" charset="0"/>
                <a:ea typeface="Arial" pitchFamily="34" charset="-122"/>
                <a:cs typeface="Arial" pitchFamily="34" charset="-120"/>
              </a:rPr>
              <a:t>ככה הגדירו אותי כבר מהגן. ומאז – הסתבכתי הרבה.</a:t>
            </a:r>
            <a:endParaRPr lang="he-IL" sz="2600" dirty="0"/>
          </a:p>
        </p:txBody>
      </p:sp>
      <p:sp>
        <p:nvSpPr>
          <p:cNvPr id="4" name="Text 2"/>
          <p:cNvSpPr txBox="1"/>
          <p:nvPr/>
        </p:nvSpPr>
        <p:spPr>
          <a:xfrm>
            <a:off x="1371600" y="3566160"/>
            <a:ext cx="9448495" cy="548640"/>
          </a:xfrm>
          <a:prstGeom prst="rect">
            <a:avLst/>
          </a:prstGeom>
          <a:noFill/>
          <a:ln/>
        </p:spPr>
        <p:txBody>
          <a:bodyPr wrap="square" lIns="0" tIns="0" rIns="0" bIns="0" rtlCol="0" anchor="t"/>
          <a:lstStyle/>
          <a:p>
            <a:pPr rtl="1" algn="ctr" indent="0" marL="0">
              <a:buNone/>
            </a:pPr>
            <a:r>
              <a:rPr lang="he-IL" altLang="en-US" sz="2000" dirty="0">
                <a:solidFill>
                  <a:srgbClr val="A7ADB8"/>
                </a:solidFill>
                <a:latin typeface="Arial" pitchFamily="34" charset="0"/>
                <a:ea typeface="Arial" pitchFamily="34" charset="-122"/>
                <a:cs typeface="Arial" pitchFamily="34" charset="-120"/>
              </a:rPr>
              <a:t>כשאומרים לך משהו מספיק פעמים, אתה מתחיל להאמין לזה.</a:t>
            </a:r>
            <a:endParaRPr lang="he-IL" sz="2000" dirty="0"/>
          </a:p>
        </p:txBody>
      </p:sp>
      <p:sp>
        <p:nvSpPr>
          <p:cNvPr id="5" name="Shape 3"/>
          <p:cNvSpPr/>
          <p:nvPr/>
        </p:nvSpPr>
        <p:spPr>
          <a:xfrm>
            <a:off x="3840480" y="4389120"/>
            <a:ext cx="4480560" cy="2011680"/>
          </a:xfrm>
          <a:prstGeom prst="roundRect">
            <a:avLst>
              <a:gd name="adj" fmla="val 6818"/>
            </a:avLst>
          </a:prstGeom>
          <a:solidFill>
            <a:srgbClr val="171C24"/>
          </a:solidFill>
          <a:ln w="15875">
            <a:solidFill>
              <a:srgbClr val="3A4150"/>
            </a:solidFill>
            <a:prstDash val="dash"/>
          </a:ln>
        </p:spPr>
      </p:sp>
      <p:pic>
        <p:nvPicPr>
          <p:cNvPr id="6" name="Image 0" descr="preencoded.png">    </p:cNvPr>
          <p:cNvPicPr>
            <a:picLocks noChangeAspect="1"/>
          </p:cNvPicPr>
          <p:nvPr/>
        </p:nvPicPr>
        <p:blipFill>
          <a:blip r:embed="rId1"/>
          <a:stretch>
            <a:fillRect/>
          </a:stretch>
        </p:blipFill>
        <p:spPr>
          <a:xfrm>
            <a:off x="5806440" y="4800600"/>
            <a:ext cx="548640" cy="548640"/>
          </a:xfrm>
          <a:prstGeom prst="rect">
            <a:avLst/>
          </a:prstGeom>
        </p:spPr>
      </p:pic>
      <p:sp>
        <p:nvSpPr>
          <p:cNvPr id="7" name="Text 4"/>
          <p:cNvSpPr txBox="1"/>
          <p:nvPr/>
        </p:nvSpPr>
        <p:spPr>
          <a:xfrm>
            <a:off x="4114800" y="5623560"/>
            <a:ext cx="3931920" cy="640080"/>
          </a:xfrm>
          <a:prstGeom prst="rect">
            <a:avLst/>
          </a:prstGeom>
          <a:noFill/>
          <a:ln/>
        </p:spPr>
        <p:txBody>
          <a:bodyPr wrap="square" lIns="0" tIns="0" rIns="0" bIns="0" rtlCol="0" anchor="t"/>
          <a:lstStyle/>
          <a:p>
            <a:pPr rtl="1" algn="ctr" indent="0" marL="0">
              <a:buNone/>
            </a:pPr>
            <a:r>
              <a:rPr lang="he-IL" altLang="en-US" sz="1200" dirty="0">
                <a:solidFill>
                  <a:srgbClr val="A7ADB8"/>
                </a:solidFill>
                <a:latin typeface="Arial" pitchFamily="34" charset="0"/>
                <a:ea typeface="Arial" pitchFamily="34" charset="-122"/>
                <a:cs typeface="Arial" pitchFamily="34" charset="-120"/>
              </a:rPr>
              <a:t>תמונה: חנוך ילד (גן / בית ספר יסודי)</a:t>
            </a:r>
            <a:endParaRPr lang="he-IL" sz="1200" dirty="0"/>
          </a:p>
        </p:txBody>
      </p:sp>
      <p:sp>
        <p:nvSpPr>
          <p:cNvPr id="8" name="Text 5"/>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5</a:t>
            </a:r>
            <a:endParaRPr lang="he-IL"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3EE"/>
        </a:solidFill>
      </p:bgPr>
    </p:bg>
    <p:spTree>
      <p:nvGrpSpPr>
        <p:cNvPr id="1" name=""/>
        <p:cNvGrpSpPr/>
        <p:nvPr/>
      </p:nvGrpSpPr>
      <p:grpSpPr>
        <a:xfrm>
          <a:off x="0" y="0"/>
          <a:ext cx="0" cy="0"/>
          <a:chOff x="0" y="0"/>
          <a:chExt cx="0" cy="0"/>
        </a:xfrm>
      </p:grpSpPr>
      <p:sp>
        <p:nvSpPr>
          <p:cNvPr id="2" name="Text 0"/>
          <p:cNvSpPr txBox="1"/>
          <p:nvPr/>
        </p:nvSpPr>
        <p:spPr>
          <a:xfrm>
            <a:off x="822960" y="548640"/>
            <a:ext cx="10545775" cy="914400"/>
          </a:xfrm>
          <a:prstGeom prst="rect">
            <a:avLst/>
          </a:prstGeom>
          <a:noFill/>
          <a:ln/>
        </p:spPr>
        <p:txBody>
          <a:bodyPr wrap="square" lIns="0" tIns="0" rIns="0" bIns="0" rtlCol="0" anchor="t"/>
          <a:lstStyle/>
          <a:p>
            <a:pPr rtl="1" algn="r" indent="0" marL="0">
              <a:buNone/>
            </a:pPr>
            <a:r>
              <a:rPr lang="he-IL" altLang="en-US" sz="3600" b="1" dirty="0">
                <a:solidFill>
                  <a:srgbClr val="1C1F26"/>
                </a:solidFill>
                <a:latin typeface="Arial" pitchFamily="34" charset="0"/>
                <a:ea typeface="Arial" pitchFamily="34" charset="-122"/>
                <a:cs typeface="Arial" pitchFamily="34" charset="-120"/>
              </a:rPr>
              <a:t>כיתה י׳: הרגע שבו הכול התהפך</a:t>
            </a:r>
            <a:endParaRPr lang="he-IL" sz="3600" dirty="0"/>
          </a:p>
        </p:txBody>
      </p:sp>
      <p:sp>
        <p:nvSpPr>
          <p:cNvPr id="3" name="Shape 1"/>
          <p:cNvSpPr/>
          <p:nvPr/>
        </p:nvSpPr>
        <p:spPr>
          <a:xfrm>
            <a:off x="822960" y="1645920"/>
            <a:ext cx="5120640" cy="4480560"/>
          </a:xfrm>
          <a:prstGeom prst="roundRect">
            <a:avLst>
              <a:gd name="adj" fmla="val 3061"/>
            </a:avLst>
          </a:prstGeom>
          <a:solidFill>
            <a:srgbClr val="0E1116"/>
          </a:solidFill>
          <a:ln w="12700">
            <a:solidFill>
              <a:srgbClr val="0E1116"/>
            </a:solidFill>
            <a:prstDash val="solid"/>
          </a:ln>
        </p:spPr>
      </p:sp>
      <p:pic>
        <p:nvPicPr>
          <p:cNvPr id="4" name="Image 0" descr="preencoded.png">    </p:cNvPr>
          <p:cNvPicPr>
            <a:picLocks noChangeAspect="1"/>
          </p:cNvPicPr>
          <p:nvPr/>
        </p:nvPicPr>
        <p:blipFill>
          <a:blip r:embed="rId1"/>
          <a:stretch>
            <a:fillRect/>
          </a:stretch>
        </p:blipFill>
        <p:spPr>
          <a:xfrm>
            <a:off x="5120640" y="1920240"/>
            <a:ext cx="548640" cy="548640"/>
          </a:xfrm>
          <a:prstGeom prst="rect">
            <a:avLst/>
          </a:prstGeom>
        </p:spPr>
      </p:pic>
      <p:sp>
        <p:nvSpPr>
          <p:cNvPr id="5" name="Text 2"/>
          <p:cNvSpPr txBox="1"/>
          <p:nvPr/>
        </p:nvSpPr>
        <p:spPr>
          <a:xfrm>
            <a:off x="1188720" y="2651760"/>
            <a:ext cx="4480560" cy="1097280"/>
          </a:xfrm>
          <a:prstGeom prst="rect">
            <a:avLst/>
          </a:prstGeom>
          <a:noFill/>
          <a:ln/>
        </p:spPr>
        <p:txBody>
          <a:bodyPr wrap="square" lIns="0" tIns="0" rIns="0" bIns="0" rtlCol="0" anchor="t"/>
          <a:lstStyle/>
          <a:p>
            <a:pPr rtl="1" algn="r" indent="0" marL="0">
              <a:buNone/>
            </a:pPr>
            <a:r>
              <a:rPr lang="he-IL" altLang="en-US" sz="3000" b="1" dirty="0">
                <a:solidFill>
                  <a:srgbClr val="FFFFFF"/>
                </a:solidFill>
                <a:latin typeface="Arial" pitchFamily="34" charset="0"/>
                <a:ea typeface="Arial" pitchFamily="34" charset="-122"/>
                <a:cs typeface="Arial" pitchFamily="34" charset="-120"/>
              </a:rPr>
              <a:t>״לא היה לי שום קשר לזה.״</a:t>
            </a:r>
            <a:endParaRPr lang="he-IL" sz="3000" dirty="0"/>
          </a:p>
        </p:txBody>
      </p:sp>
      <p:sp>
        <p:nvSpPr>
          <p:cNvPr id="6" name="Text 3"/>
          <p:cNvSpPr txBox="1"/>
          <p:nvPr/>
        </p:nvSpPr>
        <p:spPr>
          <a:xfrm>
            <a:off x="1188720" y="3840480"/>
            <a:ext cx="4480560" cy="2011680"/>
          </a:xfrm>
          <a:prstGeom prst="rect">
            <a:avLst/>
          </a:prstGeom>
          <a:noFill/>
          <a:ln/>
        </p:spPr>
        <p:txBody>
          <a:bodyPr wrap="square" lIns="0" tIns="0" rIns="0" bIns="0" rtlCol="0" anchor="t"/>
          <a:lstStyle/>
          <a:p>
            <a:pPr rtl="1" algn="r" indent="0" marL="0">
              <a:spcAft>
                <a:spcPts val="800"/>
              </a:spcAft>
              <a:buNone/>
            </a:pPr>
            <a:r>
              <a:rPr lang="he-IL" altLang="en-US" sz="1600" dirty="0">
                <a:solidFill>
                  <a:srgbClr val="A7ADB8"/>
                </a:solidFill>
                <a:latin typeface="Arial" pitchFamily="34" charset="0"/>
                <a:ea typeface="Arial" pitchFamily="34" charset="-122"/>
                <a:cs typeface="Arial" pitchFamily="34" charset="-120"/>
              </a:rPr>
              <a:t>האשימו אותי בבית הספר בסחר בסמים. משהו שלא עשיתי.</a:t>
            </a:r>
            <a:endParaRPr lang="he-IL" sz="1600" dirty="0"/>
          </a:p>
          <a:p>
            <a:pPr rtl="1" algn="r" indent="0" marL="0">
              <a:spcAft>
                <a:spcPts val="800"/>
              </a:spcAft>
              <a:buNone/>
            </a:pPr>
            <a:r>
              <a:rPr lang="he-IL" altLang="en-US" sz="1600" dirty="0">
                <a:solidFill>
                  <a:srgbClr val="A7ADB8"/>
                </a:solidFill>
                <a:latin typeface="Arial" pitchFamily="34" charset="0"/>
                <a:ea typeface="Arial" pitchFamily="34" charset="-122"/>
                <a:cs typeface="Arial" pitchFamily="34" charset="-120"/>
              </a:rPr>
              <a:t>והבנתי: אם אני לא אכתוב את הסיפור שלי – מישהו אחר יכתוב אותו בשבילי.</a:t>
            </a:r>
            <a:endParaRPr lang="he-IL" sz="1600" dirty="0"/>
          </a:p>
        </p:txBody>
      </p:sp>
      <p:sp>
        <p:nvSpPr>
          <p:cNvPr id="7" name="Shape 4"/>
          <p:cNvSpPr/>
          <p:nvPr/>
        </p:nvSpPr>
        <p:spPr>
          <a:xfrm>
            <a:off x="10682935" y="1737360"/>
            <a:ext cx="685800" cy="685800"/>
          </a:xfrm>
          <a:prstGeom prst="ellipse">
            <a:avLst/>
          </a:prstGeom>
          <a:solidFill>
            <a:srgbClr val="D9B78C"/>
          </a:solidFill>
          <a:ln w="12700">
            <a:solidFill>
              <a:srgbClr val="D9B78C"/>
            </a:solidFill>
            <a:prstDash val="solid"/>
          </a:ln>
        </p:spPr>
      </p:sp>
      <p:sp>
        <p:nvSpPr>
          <p:cNvPr id="8" name="Text 5"/>
          <p:cNvSpPr txBox="1"/>
          <p:nvPr/>
        </p:nvSpPr>
        <p:spPr>
          <a:xfrm>
            <a:off x="10682935" y="1737360"/>
            <a:ext cx="685800" cy="685800"/>
          </a:xfrm>
          <a:prstGeom prst="rect">
            <a:avLst/>
          </a:prstGeom>
          <a:noFill/>
          <a:ln/>
        </p:spPr>
        <p:txBody>
          <a:bodyPr wrap="square" lIns="0" tIns="0" rIns="0" bIns="0" rtlCol="0" anchor="ctr"/>
          <a:lstStyle/>
          <a:p>
            <a:pPr rtl="1" algn="ctr" indent="0" marL="0">
              <a:buNone/>
            </a:pPr>
            <a:r>
              <a:rPr lang="he-IL" altLang="en-US" sz="2200" b="1" dirty="0">
                <a:solidFill>
                  <a:srgbClr val="0E1116"/>
                </a:solidFill>
                <a:latin typeface="Arial" pitchFamily="34" charset="0"/>
                <a:ea typeface="Arial" pitchFamily="34" charset="-122"/>
                <a:cs typeface="Arial" pitchFamily="34" charset="-120"/>
              </a:rPr>
              <a:t>1</a:t>
            </a:r>
            <a:endParaRPr lang="he-IL" sz="2200" dirty="0"/>
          </a:p>
        </p:txBody>
      </p:sp>
      <p:sp>
        <p:nvSpPr>
          <p:cNvPr id="9" name="Text 6"/>
          <p:cNvSpPr txBox="1"/>
          <p:nvPr/>
        </p:nvSpPr>
        <p:spPr>
          <a:xfrm>
            <a:off x="6309360" y="1737360"/>
            <a:ext cx="4144975" cy="457200"/>
          </a:xfrm>
          <a:prstGeom prst="rect">
            <a:avLst/>
          </a:prstGeom>
          <a:noFill/>
          <a:ln/>
        </p:spPr>
        <p:txBody>
          <a:bodyPr wrap="square" lIns="0" tIns="0" rIns="0" bIns="0" rtlCol="0" anchor="t"/>
          <a:lstStyle/>
          <a:p>
            <a:pPr rtl="1" algn="r" indent="0" marL="0">
              <a:buNone/>
            </a:pPr>
            <a:r>
              <a:rPr lang="he-IL" altLang="en-US" sz="2200" b="1" dirty="0">
                <a:solidFill>
                  <a:srgbClr val="1C1F26"/>
                </a:solidFill>
                <a:latin typeface="Arial" pitchFamily="34" charset="0"/>
                <a:ea typeface="Arial" pitchFamily="34" charset="-122"/>
                <a:cs typeface="Arial" pitchFamily="34" charset="-120"/>
              </a:rPr>
              <a:t>ההאשמה</a:t>
            </a:r>
            <a:endParaRPr lang="he-IL" sz="2200" dirty="0"/>
          </a:p>
        </p:txBody>
      </p:sp>
      <p:sp>
        <p:nvSpPr>
          <p:cNvPr id="10" name="Text 7"/>
          <p:cNvSpPr txBox="1"/>
          <p:nvPr/>
        </p:nvSpPr>
        <p:spPr>
          <a:xfrm>
            <a:off x="6309360" y="2240280"/>
            <a:ext cx="4144975" cy="822960"/>
          </a:xfrm>
          <a:prstGeom prst="rect">
            <a:avLst/>
          </a:prstGeom>
          <a:noFill/>
          <a:ln/>
        </p:spPr>
        <p:txBody>
          <a:bodyPr wrap="square" lIns="0" tIns="0" rIns="0" bIns="0" rtlCol="0" anchor="t"/>
          <a:lstStyle/>
          <a:p>
            <a:pPr rtl="1" algn="r" indent="0" marL="0">
              <a:buNone/>
            </a:pPr>
            <a:r>
              <a:rPr lang="he-IL" altLang="en-US" sz="1500" dirty="0">
                <a:solidFill>
                  <a:srgbClr val="6B7280"/>
                </a:solidFill>
                <a:latin typeface="Arial" pitchFamily="34" charset="0"/>
                <a:ea typeface="Arial" pitchFamily="34" charset="-122"/>
                <a:cs typeface="Arial" pitchFamily="34" charset="-120"/>
              </a:rPr>
              <a:t>האשימו אותי בסחר בסמים – ולא היה לי שום קשר לזה.</a:t>
            </a:r>
            <a:endParaRPr lang="he-IL" sz="1500" dirty="0"/>
          </a:p>
        </p:txBody>
      </p:sp>
      <p:sp>
        <p:nvSpPr>
          <p:cNvPr id="11" name="Shape 8"/>
          <p:cNvSpPr/>
          <p:nvPr/>
        </p:nvSpPr>
        <p:spPr>
          <a:xfrm>
            <a:off x="10682935" y="3200400"/>
            <a:ext cx="685800" cy="685800"/>
          </a:xfrm>
          <a:prstGeom prst="ellipse">
            <a:avLst/>
          </a:prstGeom>
          <a:solidFill>
            <a:srgbClr val="D9B78C"/>
          </a:solidFill>
          <a:ln w="12700">
            <a:solidFill>
              <a:srgbClr val="D9B78C"/>
            </a:solidFill>
            <a:prstDash val="solid"/>
          </a:ln>
        </p:spPr>
      </p:sp>
      <p:sp>
        <p:nvSpPr>
          <p:cNvPr id="12" name="Text 9"/>
          <p:cNvSpPr txBox="1"/>
          <p:nvPr/>
        </p:nvSpPr>
        <p:spPr>
          <a:xfrm>
            <a:off x="10682935" y="3200400"/>
            <a:ext cx="685800" cy="685800"/>
          </a:xfrm>
          <a:prstGeom prst="rect">
            <a:avLst/>
          </a:prstGeom>
          <a:noFill/>
          <a:ln/>
        </p:spPr>
        <p:txBody>
          <a:bodyPr wrap="square" lIns="0" tIns="0" rIns="0" bIns="0" rtlCol="0" anchor="ctr"/>
          <a:lstStyle/>
          <a:p>
            <a:pPr rtl="1" algn="ctr" indent="0" marL="0">
              <a:buNone/>
            </a:pPr>
            <a:r>
              <a:rPr lang="he-IL" altLang="en-US" sz="2200" b="1" dirty="0">
                <a:solidFill>
                  <a:srgbClr val="0E1116"/>
                </a:solidFill>
                <a:latin typeface="Arial" pitchFamily="34" charset="0"/>
                <a:ea typeface="Arial" pitchFamily="34" charset="-122"/>
                <a:cs typeface="Arial" pitchFamily="34" charset="-120"/>
              </a:rPr>
              <a:t>2</a:t>
            </a:r>
            <a:endParaRPr lang="he-IL" sz="2200" dirty="0"/>
          </a:p>
        </p:txBody>
      </p:sp>
      <p:sp>
        <p:nvSpPr>
          <p:cNvPr id="13" name="Text 10"/>
          <p:cNvSpPr txBox="1"/>
          <p:nvPr/>
        </p:nvSpPr>
        <p:spPr>
          <a:xfrm>
            <a:off x="6309360" y="3200400"/>
            <a:ext cx="4144975" cy="457200"/>
          </a:xfrm>
          <a:prstGeom prst="rect">
            <a:avLst/>
          </a:prstGeom>
          <a:noFill/>
          <a:ln/>
        </p:spPr>
        <p:txBody>
          <a:bodyPr wrap="square" lIns="0" tIns="0" rIns="0" bIns="0" rtlCol="0" anchor="t"/>
          <a:lstStyle/>
          <a:p>
            <a:pPr rtl="1" algn="r" indent="0" marL="0">
              <a:buNone/>
            </a:pPr>
            <a:r>
              <a:rPr lang="he-IL" altLang="en-US" sz="2200" b="1" dirty="0">
                <a:solidFill>
                  <a:srgbClr val="1C1F26"/>
                </a:solidFill>
                <a:latin typeface="Arial" pitchFamily="34" charset="0"/>
                <a:ea typeface="Arial" pitchFamily="34" charset="-122"/>
                <a:cs typeface="Arial" pitchFamily="34" charset="-120"/>
              </a:rPr>
              <a:t>ההבנה</a:t>
            </a:r>
            <a:endParaRPr lang="he-IL" sz="2200" dirty="0"/>
          </a:p>
        </p:txBody>
      </p:sp>
      <p:sp>
        <p:nvSpPr>
          <p:cNvPr id="14" name="Text 11"/>
          <p:cNvSpPr txBox="1"/>
          <p:nvPr/>
        </p:nvSpPr>
        <p:spPr>
          <a:xfrm>
            <a:off x="6309360" y="3703320"/>
            <a:ext cx="4144975" cy="822960"/>
          </a:xfrm>
          <a:prstGeom prst="rect">
            <a:avLst/>
          </a:prstGeom>
          <a:noFill/>
          <a:ln/>
        </p:spPr>
        <p:txBody>
          <a:bodyPr wrap="square" lIns="0" tIns="0" rIns="0" bIns="0" rtlCol="0" anchor="t"/>
          <a:lstStyle/>
          <a:p>
            <a:pPr rtl="1" algn="r" indent="0" marL="0">
              <a:buNone/>
            </a:pPr>
            <a:r>
              <a:rPr lang="he-IL" altLang="en-US" sz="1500" dirty="0">
                <a:solidFill>
                  <a:srgbClr val="6B7280"/>
                </a:solidFill>
                <a:latin typeface="Arial" pitchFamily="34" charset="0"/>
                <a:ea typeface="Arial" pitchFamily="34" charset="-122"/>
                <a:cs typeface="Arial" pitchFamily="34" charset="-120"/>
              </a:rPr>
              <a:t>אני לא ״ילד רע״ כמו שכולם אומרים. זו תדמית, לא אני.</a:t>
            </a:r>
            <a:endParaRPr lang="he-IL" sz="1500" dirty="0"/>
          </a:p>
        </p:txBody>
      </p:sp>
      <p:sp>
        <p:nvSpPr>
          <p:cNvPr id="15" name="Shape 12"/>
          <p:cNvSpPr/>
          <p:nvPr/>
        </p:nvSpPr>
        <p:spPr>
          <a:xfrm>
            <a:off x="10682935" y="4663440"/>
            <a:ext cx="685800" cy="685800"/>
          </a:xfrm>
          <a:prstGeom prst="ellipse">
            <a:avLst/>
          </a:prstGeom>
          <a:solidFill>
            <a:srgbClr val="D9B78C"/>
          </a:solidFill>
          <a:ln w="12700">
            <a:solidFill>
              <a:srgbClr val="D9B78C"/>
            </a:solidFill>
            <a:prstDash val="solid"/>
          </a:ln>
        </p:spPr>
      </p:sp>
      <p:sp>
        <p:nvSpPr>
          <p:cNvPr id="16" name="Text 13"/>
          <p:cNvSpPr txBox="1"/>
          <p:nvPr/>
        </p:nvSpPr>
        <p:spPr>
          <a:xfrm>
            <a:off x="10682935" y="4663440"/>
            <a:ext cx="685800" cy="685800"/>
          </a:xfrm>
          <a:prstGeom prst="rect">
            <a:avLst/>
          </a:prstGeom>
          <a:noFill/>
          <a:ln/>
        </p:spPr>
        <p:txBody>
          <a:bodyPr wrap="square" lIns="0" tIns="0" rIns="0" bIns="0" rtlCol="0" anchor="ctr"/>
          <a:lstStyle/>
          <a:p>
            <a:pPr rtl="1" algn="ctr" indent="0" marL="0">
              <a:buNone/>
            </a:pPr>
            <a:r>
              <a:rPr lang="he-IL" altLang="en-US" sz="2200" b="1" dirty="0">
                <a:solidFill>
                  <a:srgbClr val="0E1116"/>
                </a:solidFill>
                <a:latin typeface="Arial" pitchFamily="34" charset="0"/>
                <a:ea typeface="Arial" pitchFamily="34" charset="-122"/>
                <a:cs typeface="Arial" pitchFamily="34" charset="-120"/>
              </a:rPr>
              <a:t>3</a:t>
            </a:r>
            <a:endParaRPr lang="he-IL" sz="2200" dirty="0"/>
          </a:p>
        </p:txBody>
      </p:sp>
      <p:sp>
        <p:nvSpPr>
          <p:cNvPr id="17" name="Text 14"/>
          <p:cNvSpPr txBox="1"/>
          <p:nvPr/>
        </p:nvSpPr>
        <p:spPr>
          <a:xfrm>
            <a:off x="6309360" y="4663440"/>
            <a:ext cx="4144975" cy="457200"/>
          </a:xfrm>
          <a:prstGeom prst="rect">
            <a:avLst/>
          </a:prstGeom>
          <a:noFill/>
          <a:ln/>
        </p:spPr>
        <p:txBody>
          <a:bodyPr wrap="square" lIns="0" tIns="0" rIns="0" bIns="0" rtlCol="0" anchor="t"/>
          <a:lstStyle/>
          <a:p>
            <a:pPr rtl="1" algn="r" indent="0" marL="0">
              <a:buNone/>
            </a:pPr>
            <a:r>
              <a:rPr lang="he-IL" altLang="en-US" sz="2200" b="1" dirty="0">
                <a:solidFill>
                  <a:srgbClr val="1C1F26"/>
                </a:solidFill>
                <a:latin typeface="Arial" pitchFamily="34" charset="0"/>
                <a:ea typeface="Arial" pitchFamily="34" charset="-122"/>
                <a:cs typeface="Arial" pitchFamily="34" charset="-120"/>
              </a:rPr>
              <a:t>ההחלטה</a:t>
            </a:r>
            <a:endParaRPr lang="he-IL" sz="2200" dirty="0"/>
          </a:p>
        </p:txBody>
      </p:sp>
      <p:sp>
        <p:nvSpPr>
          <p:cNvPr id="18" name="Text 15"/>
          <p:cNvSpPr txBox="1"/>
          <p:nvPr/>
        </p:nvSpPr>
        <p:spPr>
          <a:xfrm>
            <a:off x="6309360" y="5166360"/>
            <a:ext cx="4144975" cy="822960"/>
          </a:xfrm>
          <a:prstGeom prst="rect">
            <a:avLst/>
          </a:prstGeom>
          <a:noFill/>
          <a:ln/>
        </p:spPr>
        <p:txBody>
          <a:bodyPr wrap="square" lIns="0" tIns="0" rIns="0" bIns="0" rtlCol="0" anchor="t"/>
          <a:lstStyle/>
          <a:p>
            <a:pPr rtl="1" algn="r" indent="0" marL="0">
              <a:buNone/>
            </a:pPr>
            <a:r>
              <a:rPr lang="he-IL" altLang="en-US" sz="1500" dirty="0">
                <a:solidFill>
                  <a:srgbClr val="6B7280"/>
                </a:solidFill>
                <a:latin typeface="Arial" pitchFamily="34" charset="0"/>
                <a:ea typeface="Arial" pitchFamily="34" charset="-122"/>
                <a:cs typeface="Arial" pitchFamily="34" charset="-120"/>
              </a:rPr>
              <a:t>לכתוב את הסיפור שלי בעצמי, ולשנות את התדמית.</a:t>
            </a:r>
            <a:endParaRPr lang="he-IL" sz="1500" dirty="0"/>
          </a:p>
        </p:txBody>
      </p:sp>
      <p:sp>
        <p:nvSpPr>
          <p:cNvPr id="19" name="Text 16"/>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6B7280"/>
                </a:solidFill>
                <a:latin typeface="Arial" pitchFamily="34" charset="0"/>
                <a:ea typeface="Arial" pitchFamily="34" charset="-122"/>
                <a:cs typeface="Arial" pitchFamily="34" charset="-120"/>
              </a:rPr>
              <a:t>6</a:t>
            </a:r>
            <a:endParaRPr lang="he-IL"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914400" y="2011680"/>
            <a:ext cx="10362895" cy="1005840"/>
          </a:xfrm>
          <a:prstGeom prst="rect">
            <a:avLst/>
          </a:prstGeom>
          <a:noFill/>
          <a:ln/>
        </p:spPr>
        <p:txBody>
          <a:bodyPr wrap="square" lIns="0" tIns="0" rIns="0" bIns="0" rtlCol="0" anchor="t"/>
          <a:lstStyle/>
          <a:p>
            <a:pPr rtl="1" algn="ctr" indent="0" marL="0">
              <a:buNone/>
            </a:pPr>
            <a:r>
              <a:rPr lang="he-IL" altLang="en-US" sz="4400" b="1" dirty="0">
                <a:solidFill>
                  <a:srgbClr val="A7ADB8"/>
                </a:solidFill>
                <a:latin typeface="Arial" pitchFamily="34" charset="0"/>
                <a:ea typeface="Arial" pitchFamily="34" charset="-122"/>
                <a:cs typeface="Arial" pitchFamily="34" charset="-120"/>
              </a:rPr>
              <a:t>העבר שלך מסביר אותך.</a:t>
            </a:r>
            <a:endParaRPr lang="he-IL" sz="4400" dirty="0"/>
          </a:p>
        </p:txBody>
      </p:sp>
      <p:sp>
        <p:nvSpPr>
          <p:cNvPr id="3" name="Text 1"/>
          <p:cNvSpPr txBox="1"/>
          <p:nvPr/>
        </p:nvSpPr>
        <p:spPr>
          <a:xfrm>
            <a:off x="914400" y="3108960"/>
            <a:ext cx="10362895" cy="1097280"/>
          </a:xfrm>
          <a:prstGeom prst="rect">
            <a:avLst/>
          </a:prstGeom>
          <a:noFill/>
          <a:ln/>
        </p:spPr>
        <p:txBody>
          <a:bodyPr wrap="square" lIns="0" tIns="0" rIns="0" bIns="0" rtlCol="0" anchor="t"/>
          <a:lstStyle/>
          <a:p>
            <a:pPr rtl="1" algn="ctr" indent="0" marL="0">
              <a:buNone/>
            </a:pPr>
            <a:r>
              <a:rPr lang="he-IL" altLang="en-US" sz="4800" b="1" dirty="0">
                <a:solidFill>
                  <a:srgbClr val="D9B78C"/>
                </a:solidFill>
                <a:latin typeface="Arial" pitchFamily="34" charset="0"/>
                <a:ea typeface="Arial" pitchFamily="34" charset="-122"/>
                <a:cs typeface="Arial" pitchFamily="34" charset="-120"/>
              </a:rPr>
              <a:t>אבל הוא לא חייב להגדיר אותך.</a:t>
            </a:r>
            <a:endParaRPr lang="he-IL" sz="4800" dirty="0"/>
          </a:p>
        </p:txBody>
      </p:sp>
      <p:sp>
        <p:nvSpPr>
          <p:cNvPr id="4" name="Text 2"/>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7</a:t>
            </a:r>
            <a:endParaRPr lang="he-IL"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822960" y="1280160"/>
            <a:ext cx="10545775" cy="1463040"/>
          </a:xfrm>
          <a:prstGeom prst="rect">
            <a:avLst/>
          </a:prstGeom>
          <a:noFill/>
          <a:ln/>
        </p:spPr>
        <p:txBody>
          <a:bodyPr wrap="square" lIns="0" tIns="0" rIns="0" bIns="0" rtlCol="0" anchor="t"/>
          <a:lstStyle/>
          <a:p>
            <a:pPr rtl="1" algn="r" indent="0" marL="0">
              <a:buNone/>
            </a:pPr>
            <a:r>
              <a:rPr lang="he-IL" altLang="en-US" sz="9600" b="1" dirty="0">
                <a:solidFill>
                  <a:srgbClr val="D9B78C"/>
                </a:solidFill>
                <a:latin typeface="Arial" pitchFamily="34" charset="0"/>
                <a:ea typeface="Arial" pitchFamily="34" charset="-122"/>
                <a:cs typeface="Arial" pitchFamily="34" charset="-120"/>
              </a:rPr>
              <a:t>02</a:t>
            </a:r>
            <a:endParaRPr lang="he-IL" sz="9600" dirty="0"/>
          </a:p>
        </p:txBody>
      </p:sp>
      <p:sp>
        <p:nvSpPr>
          <p:cNvPr id="3" name="Text 1"/>
          <p:cNvSpPr txBox="1"/>
          <p:nvPr/>
        </p:nvSpPr>
        <p:spPr>
          <a:xfrm>
            <a:off x="822960" y="2926080"/>
            <a:ext cx="10545775" cy="1097280"/>
          </a:xfrm>
          <a:prstGeom prst="rect">
            <a:avLst/>
          </a:prstGeom>
          <a:noFill/>
          <a:ln/>
        </p:spPr>
        <p:txBody>
          <a:bodyPr wrap="square" lIns="0" tIns="0" rIns="0" bIns="0" rtlCol="0" anchor="t"/>
          <a:lstStyle/>
          <a:p>
            <a:pPr rtl="1" algn="r" indent="0" marL="0">
              <a:buNone/>
            </a:pPr>
            <a:r>
              <a:rPr lang="he-IL" altLang="en-US" sz="4400" b="1" dirty="0">
                <a:solidFill>
                  <a:srgbClr val="FFFFFF"/>
                </a:solidFill>
                <a:latin typeface="Arial" pitchFamily="34" charset="0"/>
                <a:ea typeface="Arial" pitchFamily="34" charset="-122"/>
                <a:cs typeface="Arial" pitchFamily="34" charset="-120"/>
              </a:rPr>
              <a:t>הבחירה</a:t>
            </a:r>
            <a:endParaRPr lang="he-IL" sz="4400" dirty="0"/>
          </a:p>
        </p:txBody>
      </p:sp>
      <p:sp>
        <p:nvSpPr>
          <p:cNvPr id="4" name="Text 2"/>
          <p:cNvSpPr txBox="1"/>
          <p:nvPr/>
        </p:nvSpPr>
        <p:spPr>
          <a:xfrm>
            <a:off x="822960" y="4206240"/>
            <a:ext cx="10545775" cy="1097280"/>
          </a:xfrm>
          <a:prstGeom prst="rect">
            <a:avLst/>
          </a:prstGeom>
          <a:noFill/>
          <a:ln/>
        </p:spPr>
        <p:txBody>
          <a:bodyPr wrap="square" lIns="0" tIns="0" rIns="0" bIns="0" rtlCol="0" anchor="t"/>
          <a:lstStyle/>
          <a:p>
            <a:pPr rtl="1" algn="r" indent="0" marL="0">
              <a:buNone/>
            </a:pPr>
            <a:r>
              <a:rPr lang="he-IL" altLang="en-US" sz="2000" dirty="0">
                <a:solidFill>
                  <a:srgbClr val="A7ADB8"/>
                </a:solidFill>
                <a:latin typeface="Arial" pitchFamily="34" charset="0"/>
                <a:ea typeface="Arial" pitchFamily="34" charset="-122"/>
                <a:cs typeface="Arial" pitchFamily="34" charset="-120"/>
              </a:rPr>
              <a:t>סיירת נח״ל. אבל זה לא סיפור צבאי – זו הפעם הראשונה שבחרתי מי אני רוצה להיות.</a:t>
            </a:r>
            <a:endParaRPr lang="he-IL" sz="2000" dirty="0"/>
          </a:p>
        </p:txBody>
      </p:sp>
      <p:sp>
        <p:nvSpPr>
          <p:cNvPr id="5" name="Text 3"/>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8</a:t>
            </a:r>
            <a:endParaRPr lang="he-IL"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3EE"/>
        </a:solidFill>
      </p:bgPr>
    </p:bg>
    <p:spTree>
      <p:nvGrpSpPr>
        <p:cNvPr id="1" name=""/>
        <p:cNvGrpSpPr/>
        <p:nvPr/>
      </p:nvGrpSpPr>
      <p:grpSpPr>
        <a:xfrm>
          <a:off x="0" y="0"/>
          <a:ext cx="0" cy="0"/>
          <a:chOff x="0" y="0"/>
          <a:chExt cx="0" cy="0"/>
        </a:xfrm>
      </p:grpSpPr>
      <p:sp>
        <p:nvSpPr>
          <p:cNvPr id="2" name="Text 0"/>
          <p:cNvSpPr txBox="1"/>
          <p:nvPr/>
        </p:nvSpPr>
        <p:spPr>
          <a:xfrm>
            <a:off x="822960" y="548640"/>
            <a:ext cx="10545775" cy="914400"/>
          </a:xfrm>
          <a:prstGeom prst="rect">
            <a:avLst/>
          </a:prstGeom>
          <a:noFill/>
          <a:ln/>
        </p:spPr>
        <p:txBody>
          <a:bodyPr wrap="square" lIns="0" tIns="0" rIns="0" bIns="0" rtlCol="0" anchor="t"/>
          <a:lstStyle/>
          <a:p>
            <a:pPr rtl="1" algn="r" indent="0" marL="0">
              <a:buNone/>
            </a:pPr>
            <a:r>
              <a:rPr lang="he-IL" altLang="en-US" sz="3600" b="1" dirty="0">
                <a:solidFill>
                  <a:srgbClr val="1C1F26"/>
                </a:solidFill>
                <a:latin typeface="Arial" pitchFamily="34" charset="0"/>
                <a:ea typeface="Arial" pitchFamily="34" charset="-122"/>
                <a:cs typeface="Arial" pitchFamily="34" charset="-120"/>
              </a:rPr>
              <a:t>סיירת נח״ל – מה באמת קרה שם</a:t>
            </a:r>
            <a:endParaRPr lang="he-IL" sz="3600" dirty="0"/>
          </a:p>
        </p:txBody>
      </p:sp>
      <p:sp>
        <p:nvSpPr>
          <p:cNvPr id="3" name="Shape 1"/>
          <p:cNvSpPr/>
          <p:nvPr/>
        </p:nvSpPr>
        <p:spPr>
          <a:xfrm>
            <a:off x="822960" y="1645920"/>
            <a:ext cx="3108960" cy="4480560"/>
          </a:xfrm>
          <a:prstGeom prst="roundRect">
            <a:avLst>
              <a:gd name="adj" fmla="val 4412"/>
            </a:avLst>
          </a:prstGeom>
          <a:solidFill>
            <a:srgbClr val="ECE7DF"/>
          </a:solidFill>
          <a:ln w="15875">
            <a:solidFill>
              <a:srgbClr val="C9C2B6"/>
            </a:solidFill>
            <a:prstDash val="dash"/>
          </a:ln>
        </p:spPr>
      </p:sp>
      <p:pic>
        <p:nvPicPr>
          <p:cNvPr id="4" name="Image 0" descr="preencoded.png">    </p:cNvPr>
          <p:cNvPicPr>
            <a:picLocks noChangeAspect="1"/>
          </p:cNvPicPr>
          <p:nvPr/>
        </p:nvPicPr>
        <p:blipFill>
          <a:blip r:embed="rId1"/>
          <a:stretch>
            <a:fillRect/>
          </a:stretch>
        </p:blipFill>
        <p:spPr>
          <a:xfrm>
            <a:off x="2103120" y="3291840"/>
            <a:ext cx="548640" cy="548640"/>
          </a:xfrm>
          <a:prstGeom prst="rect">
            <a:avLst/>
          </a:prstGeom>
        </p:spPr>
      </p:pic>
      <p:sp>
        <p:nvSpPr>
          <p:cNvPr id="5" name="Text 2"/>
          <p:cNvSpPr txBox="1"/>
          <p:nvPr/>
        </p:nvSpPr>
        <p:spPr>
          <a:xfrm>
            <a:off x="1097280" y="4114800"/>
            <a:ext cx="2560320" cy="640080"/>
          </a:xfrm>
          <a:prstGeom prst="rect">
            <a:avLst/>
          </a:prstGeom>
          <a:noFill/>
          <a:ln/>
        </p:spPr>
        <p:txBody>
          <a:bodyPr wrap="square" lIns="0" tIns="0" rIns="0" bIns="0" rtlCol="0" anchor="t"/>
          <a:lstStyle/>
          <a:p>
            <a:pPr rtl="1" algn="ctr" indent="0" marL="0">
              <a:buNone/>
            </a:pPr>
            <a:r>
              <a:rPr lang="he-IL" altLang="en-US" sz="1200" dirty="0">
                <a:solidFill>
                  <a:srgbClr val="6B7280"/>
                </a:solidFill>
                <a:latin typeface="Arial" pitchFamily="34" charset="0"/>
                <a:ea typeface="Arial" pitchFamily="34" charset="-122"/>
                <a:cs typeface="Arial" pitchFamily="34" charset="-120"/>
              </a:rPr>
              <a:t>תמונה: מהמסלול / טקס סיום / הצוות</a:t>
            </a:r>
            <a:endParaRPr lang="he-IL" sz="1200" dirty="0"/>
          </a:p>
        </p:txBody>
      </p:sp>
      <p:sp>
        <p:nvSpPr>
          <p:cNvPr id="6" name="Shape 3"/>
          <p:cNvSpPr/>
          <p:nvPr/>
        </p:nvSpPr>
        <p:spPr>
          <a:xfrm>
            <a:off x="7970368" y="1645920"/>
            <a:ext cx="3398368" cy="2103120"/>
          </a:xfrm>
          <a:prstGeom prst="roundRect">
            <a:avLst>
              <a:gd name="adj" fmla="val 5217"/>
            </a:avLst>
          </a:prstGeom>
          <a:solidFill>
            <a:srgbClr val="FFFFFF"/>
          </a:solidFill>
          <a:ln w="9525">
            <a:solidFill>
              <a:srgbClr val="E2DCD2"/>
            </a:solidFill>
            <a:prstDash val="solid"/>
          </a:ln>
        </p:spPr>
      </p:sp>
      <p:sp>
        <p:nvSpPr>
          <p:cNvPr id="7" name="Shape 4"/>
          <p:cNvSpPr/>
          <p:nvPr/>
        </p:nvSpPr>
        <p:spPr>
          <a:xfrm>
            <a:off x="10545775" y="1920240"/>
            <a:ext cx="548640" cy="548640"/>
          </a:xfrm>
          <a:prstGeom prst="ellipse">
            <a:avLst/>
          </a:prstGeom>
          <a:solidFill>
            <a:srgbClr val="D9B78C"/>
          </a:solidFill>
          <a:ln w="12700">
            <a:solidFill>
              <a:srgbClr val="D9B78C"/>
            </a:solidFill>
            <a:prstDash val="solid"/>
          </a:ln>
        </p:spPr>
      </p:sp>
      <p:pic>
        <p:nvPicPr>
          <p:cNvPr id="8" name="Image 1" descr="preencoded.png">    </p:cNvPr>
          <p:cNvPicPr>
            <a:picLocks noChangeAspect="1"/>
          </p:cNvPicPr>
          <p:nvPr/>
        </p:nvPicPr>
        <p:blipFill>
          <a:blip r:embed="rId2"/>
          <a:stretch>
            <a:fillRect/>
          </a:stretch>
        </p:blipFill>
        <p:spPr>
          <a:xfrm>
            <a:off x="10682935" y="2057400"/>
            <a:ext cx="274320" cy="274320"/>
          </a:xfrm>
          <a:prstGeom prst="rect">
            <a:avLst/>
          </a:prstGeom>
        </p:spPr>
      </p:pic>
      <p:sp>
        <p:nvSpPr>
          <p:cNvPr id="9" name="Text 5"/>
          <p:cNvSpPr txBox="1"/>
          <p:nvPr/>
        </p:nvSpPr>
        <p:spPr>
          <a:xfrm>
            <a:off x="8244688" y="1920240"/>
            <a:ext cx="2209648" cy="548640"/>
          </a:xfrm>
          <a:prstGeom prst="rect">
            <a:avLst/>
          </a:prstGeom>
          <a:noFill/>
          <a:ln/>
        </p:spPr>
        <p:txBody>
          <a:bodyPr wrap="square" lIns="0" tIns="0" rIns="0" bIns="0" rtlCol="0" anchor="ctr"/>
          <a:lstStyle/>
          <a:p>
            <a:pPr rtl="1" algn="r" indent="0" marL="0">
              <a:buNone/>
            </a:pPr>
            <a:r>
              <a:rPr lang="he-IL" altLang="en-US" sz="1700" b="1" dirty="0">
                <a:solidFill>
                  <a:srgbClr val="1C1F26"/>
                </a:solidFill>
                <a:latin typeface="Arial" pitchFamily="34" charset="0"/>
                <a:ea typeface="Arial" pitchFamily="34" charset="-122"/>
                <a:cs typeface="Arial" pitchFamily="34" charset="-120"/>
              </a:rPr>
              <a:t>למה רציתי להגיע לשם</a:t>
            </a:r>
            <a:endParaRPr lang="he-IL" sz="1700" dirty="0"/>
          </a:p>
        </p:txBody>
      </p:sp>
      <p:sp>
        <p:nvSpPr>
          <p:cNvPr id="10" name="Text 6"/>
          <p:cNvSpPr txBox="1"/>
          <p:nvPr/>
        </p:nvSpPr>
        <p:spPr>
          <a:xfrm>
            <a:off x="8244688" y="2560320"/>
            <a:ext cx="2849728" cy="1005840"/>
          </a:xfrm>
          <a:prstGeom prst="rect">
            <a:avLst/>
          </a:prstGeom>
          <a:noFill/>
          <a:ln/>
        </p:spPr>
        <p:txBody>
          <a:bodyPr wrap="square" lIns="0" tIns="0" rIns="0" bIns="0" rtlCol="0" anchor="t"/>
          <a:lstStyle/>
          <a:p>
            <a:pPr rtl="1" algn="r" indent="0" marL="0">
              <a:buNone/>
            </a:pPr>
            <a:r>
              <a:rPr lang="he-IL" altLang="en-US" sz="1300" dirty="0">
                <a:solidFill>
                  <a:srgbClr val="6B7280"/>
                </a:solidFill>
                <a:latin typeface="Arial" pitchFamily="34" charset="0"/>
                <a:ea typeface="Arial" pitchFamily="34" charset="-122"/>
                <a:cs typeface="Arial" pitchFamily="34" charset="-120"/>
              </a:rPr>
              <a:t>כי אני אוהב אתגרים. ורציתי להוכיח לעצמי שאני באמת תותח כמו שאני מרגיש – בניגוד למה שאמרו לי כל הזמן.</a:t>
            </a:r>
            <a:endParaRPr lang="he-IL" sz="1300" dirty="0"/>
          </a:p>
        </p:txBody>
      </p:sp>
      <p:sp>
        <p:nvSpPr>
          <p:cNvPr id="11" name="Shape 7"/>
          <p:cNvSpPr/>
          <p:nvPr/>
        </p:nvSpPr>
        <p:spPr>
          <a:xfrm>
            <a:off x="4297680" y="1645920"/>
            <a:ext cx="3398368" cy="2103120"/>
          </a:xfrm>
          <a:prstGeom prst="roundRect">
            <a:avLst>
              <a:gd name="adj" fmla="val 5217"/>
            </a:avLst>
          </a:prstGeom>
          <a:solidFill>
            <a:srgbClr val="FFFFFF"/>
          </a:solidFill>
          <a:ln w="9525">
            <a:solidFill>
              <a:srgbClr val="E2DCD2"/>
            </a:solidFill>
            <a:prstDash val="solid"/>
          </a:ln>
        </p:spPr>
      </p:sp>
      <p:sp>
        <p:nvSpPr>
          <p:cNvPr id="12" name="Shape 8"/>
          <p:cNvSpPr/>
          <p:nvPr/>
        </p:nvSpPr>
        <p:spPr>
          <a:xfrm>
            <a:off x="6873088" y="1920240"/>
            <a:ext cx="548640" cy="548640"/>
          </a:xfrm>
          <a:prstGeom prst="ellipse">
            <a:avLst/>
          </a:prstGeom>
          <a:solidFill>
            <a:srgbClr val="D9B78C"/>
          </a:solidFill>
          <a:ln w="12700">
            <a:solidFill>
              <a:srgbClr val="D9B78C"/>
            </a:solidFill>
            <a:prstDash val="solid"/>
          </a:ln>
        </p:spPr>
      </p:sp>
      <p:pic>
        <p:nvPicPr>
          <p:cNvPr id="13" name="Image 2" descr="preencoded.png">    </p:cNvPr>
          <p:cNvPicPr>
            <a:picLocks noChangeAspect="1"/>
          </p:cNvPicPr>
          <p:nvPr/>
        </p:nvPicPr>
        <p:blipFill>
          <a:blip r:embed="rId3"/>
          <a:stretch>
            <a:fillRect/>
          </a:stretch>
        </p:blipFill>
        <p:spPr>
          <a:xfrm>
            <a:off x="7010248" y="2057400"/>
            <a:ext cx="274320" cy="274320"/>
          </a:xfrm>
          <a:prstGeom prst="rect">
            <a:avLst/>
          </a:prstGeom>
        </p:spPr>
      </p:pic>
      <p:sp>
        <p:nvSpPr>
          <p:cNvPr id="14" name="Text 9"/>
          <p:cNvSpPr txBox="1"/>
          <p:nvPr/>
        </p:nvSpPr>
        <p:spPr>
          <a:xfrm>
            <a:off x="4572000" y="1920240"/>
            <a:ext cx="2209648" cy="548640"/>
          </a:xfrm>
          <a:prstGeom prst="rect">
            <a:avLst/>
          </a:prstGeom>
          <a:noFill/>
          <a:ln/>
        </p:spPr>
        <p:txBody>
          <a:bodyPr wrap="square" lIns="0" tIns="0" rIns="0" bIns="0" rtlCol="0" anchor="ctr"/>
          <a:lstStyle/>
          <a:p>
            <a:pPr rtl="1" algn="r" indent="0" marL="0">
              <a:buNone/>
            </a:pPr>
            <a:r>
              <a:rPr lang="he-IL" altLang="en-US" sz="1700" b="1" dirty="0">
                <a:solidFill>
                  <a:srgbClr val="1C1F26"/>
                </a:solidFill>
                <a:latin typeface="Arial" pitchFamily="34" charset="0"/>
                <a:ea typeface="Arial" pitchFamily="34" charset="-122"/>
                <a:cs typeface="Arial" pitchFamily="34" charset="-120"/>
              </a:rPr>
              <a:t>מה זה עלה לי</a:t>
            </a:r>
            <a:endParaRPr lang="he-IL" sz="1700" dirty="0"/>
          </a:p>
        </p:txBody>
      </p:sp>
      <p:sp>
        <p:nvSpPr>
          <p:cNvPr id="15" name="Text 10"/>
          <p:cNvSpPr txBox="1"/>
          <p:nvPr/>
        </p:nvSpPr>
        <p:spPr>
          <a:xfrm>
            <a:off x="4572000" y="2560320"/>
            <a:ext cx="2849728" cy="1005840"/>
          </a:xfrm>
          <a:prstGeom prst="rect">
            <a:avLst/>
          </a:prstGeom>
          <a:noFill/>
          <a:ln/>
        </p:spPr>
        <p:txBody>
          <a:bodyPr wrap="square" lIns="0" tIns="0" rIns="0" bIns="0" rtlCol="0" anchor="t"/>
          <a:lstStyle/>
          <a:p>
            <a:pPr rtl="1" algn="r" indent="0" marL="0">
              <a:buNone/>
            </a:pPr>
            <a:r>
              <a:rPr lang="he-IL" altLang="en-US" sz="1300" dirty="0">
                <a:solidFill>
                  <a:srgbClr val="6B7280"/>
                </a:solidFill>
                <a:latin typeface="Arial" pitchFamily="34" charset="0"/>
                <a:ea typeface="Arial" pitchFamily="34" charset="-122"/>
                <a:cs typeface="Arial" pitchFamily="34" charset="-120"/>
              </a:rPr>
              <a:t>קושי פיזי ומנטלי, ובמקביל – כל מיני קשיים בבית שלא עצרו בשביל המסלול.</a:t>
            </a:r>
            <a:endParaRPr lang="he-IL" sz="1300" dirty="0"/>
          </a:p>
        </p:txBody>
      </p:sp>
      <p:sp>
        <p:nvSpPr>
          <p:cNvPr id="16" name="Shape 11"/>
          <p:cNvSpPr/>
          <p:nvPr/>
        </p:nvSpPr>
        <p:spPr>
          <a:xfrm>
            <a:off x="7970368" y="4023360"/>
            <a:ext cx="3398368" cy="2103120"/>
          </a:xfrm>
          <a:prstGeom prst="roundRect">
            <a:avLst>
              <a:gd name="adj" fmla="val 5217"/>
            </a:avLst>
          </a:prstGeom>
          <a:solidFill>
            <a:srgbClr val="FFFFFF"/>
          </a:solidFill>
          <a:ln w="9525">
            <a:solidFill>
              <a:srgbClr val="E2DCD2"/>
            </a:solidFill>
            <a:prstDash val="solid"/>
          </a:ln>
        </p:spPr>
      </p:sp>
      <p:sp>
        <p:nvSpPr>
          <p:cNvPr id="17" name="Shape 12"/>
          <p:cNvSpPr/>
          <p:nvPr/>
        </p:nvSpPr>
        <p:spPr>
          <a:xfrm>
            <a:off x="10545775" y="4297680"/>
            <a:ext cx="548640" cy="548640"/>
          </a:xfrm>
          <a:prstGeom prst="ellipse">
            <a:avLst/>
          </a:prstGeom>
          <a:solidFill>
            <a:srgbClr val="D9B78C"/>
          </a:solidFill>
          <a:ln w="12700">
            <a:solidFill>
              <a:srgbClr val="D9B78C"/>
            </a:solidFill>
            <a:prstDash val="solid"/>
          </a:ln>
        </p:spPr>
      </p:sp>
      <p:pic>
        <p:nvPicPr>
          <p:cNvPr id="18" name="Image 3" descr="preencoded.png">    </p:cNvPr>
          <p:cNvPicPr>
            <a:picLocks noChangeAspect="1"/>
          </p:cNvPicPr>
          <p:nvPr/>
        </p:nvPicPr>
        <p:blipFill>
          <a:blip r:embed="rId4"/>
          <a:stretch>
            <a:fillRect/>
          </a:stretch>
        </p:blipFill>
        <p:spPr>
          <a:xfrm>
            <a:off x="10682935" y="4434840"/>
            <a:ext cx="274320" cy="274320"/>
          </a:xfrm>
          <a:prstGeom prst="rect">
            <a:avLst/>
          </a:prstGeom>
        </p:spPr>
      </p:pic>
      <p:sp>
        <p:nvSpPr>
          <p:cNvPr id="19" name="Text 13"/>
          <p:cNvSpPr txBox="1"/>
          <p:nvPr/>
        </p:nvSpPr>
        <p:spPr>
          <a:xfrm>
            <a:off x="8244688" y="4297680"/>
            <a:ext cx="2209648" cy="548640"/>
          </a:xfrm>
          <a:prstGeom prst="rect">
            <a:avLst/>
          </a:prstGeom>
          <a:noFill/>
          <a:ln/>
        </p:spPr>
        <p:txBody>
          <a:bodyPr wrap="square" lIns="0" tIns="0" rIns="0" bIns="0" rtlCol="0" anchor="ctr"/>
          <a:lstStyle/>
          <a:p>
            <a:pPr rtl="1" algn="r" indent="0" marL="0">
              <a:buNone/>
            </a:pPr>
            <a:r>
              <a:rPr lang="he-IL" altLang="en-US" sz="1700" b="1" dirty="0">
                <a:solidFill>
                  <a:srgbClr val="1C1F26"/>
                </a:solidFill>
                <a:latin typeface="Arial" pitchFamily="34" charset="0"/>
                <a:ea typeface="Arial" pitchFamily="34" charset="-122"/>
                <a:cs typeface="Arial" pitchFamily="34" charset="-120"/>
              </a:rPr>
              <a:t>מי השפיע עליי</a:t>
            </a:r>
            <a:endParaRPr lang="he-IL" sz="1700" dirty="0"/>
          </a:p>
        </p:txBody>
      </p:sp>
      <p:sp>
        <p:nvSpPr>
          <p:cNvPr id="20" name="Text 14"/>
          <p:cNvSpPr txBox="1"/>
          <p:nvPr/>
        </p:nvSpPr>
        <p:spPr>
          <a:xfrm>
            <a:off x="8244688" y="4937760"/>
            <a:ext cx="2849728" cy="1005840"/>
          </a:xfrm>
          <a:prstGeom prst="rect">
            <a:avLst/>
          </a:prstGeom>
          <a:noFill/>
          <a:ln/>
        </p:spPr>
        <p:txBody>
          <a:bodyPr wrap="square" lIns="0" tIns="0" rIns="0" bIns="0" rtlCol="0" anchor="t"/>
          <a:lstStyle/>
          <a:p>
            <a:pPr rtl="1" algn="r" indent="0" marL="0">
              <a:buNone/>
            </a:pPr>
            <a:r>
              <a:rPr lang="he-IL" altLang="en-US" sz="1300" dirty="0">
                <a:solidFill>
                  <a:srgbClr val="6B7280"/>
                </a:solidFill>
                <a:latin typeface="Arial" pitchFamily="34" charset="0"/>
                <a:ea typeface="Arial" pitchFamily="34" charset="-122"/>
                <a:cs typeface="Arial" pitchFamily="34" charset="-120"/>
              </a:rPr>
              <a:t>קליין וברנש, המפקצ׳ והמג״ד שלי. אנשים שראו בי משהו לפני שראיתי אותו בעצמי.</a:t>
            </a:r>
            <a:endParaRPr lang="he-IL" sz="1300" dirty="0"/>
          </a:p>
        </p:txBody>
      </p:sp>
      <p:sp>
        <p:nvSpPr>
          <p:cNvPr id="21" name="Shape 15"/>
          <p:cNvSpPr/>
          <p:nvPr/>
        </p:nvSpPr>
        <p:spPr>
          <a:xfrm>
            <a:off x="4297680" y="4023360"/>
            <a:ext cx="3398368" cy="2103120"/>
          </a:xfrm>
          <a:prstGeom prst="roundRect">
            <a:avLst>
              <a:gd name="adj" fmla="val 5217"/>
            </a:avLst>
          </a:prstGeom>
          <a:solidFill>
            <a:srgbClr val="FFFFFF"/>
          </a:solidFill>
          <a:ln w="9525">
            <a:solidFill>
              <a:srgbClr val="E2DCD2"/>
            </a:solidFill>
            <a:prstDash val="solid"/>
          </a:ln>
        </p:spPr>
      </p:sp>
      <p:sp>
        <p:nvSpPr>
          <p:cNvPr id="22" name="Shape 16"/>
          <p:cNvSpPr/>
          <p:nvPr/>
        </p:nvSpPr>
        <p:spPr>
          <a:xfrm>
            <a:off x="6873088" y="4297680"/>
            <a:ext cx="548640" cy="548640"/>
          </a:xfrm>
          <a:prstGeom prst="ellipse">
            <a:avLst/>
          </a:prstGeom>
          <a:solidFill>
            <a:srgbClr val="D9B78C"/>
          </a:solidFill>
          <a:ln w="12700">
            <a:solidFill>
              <a:srgbClr val="D9B78C"/>
            </a:solidFill>
            <a:prstDash val="solid"/>
          </a:ln>
        </p:spPr>
      </p:sp>
      <p:pic>
        <p:nvPicPr>
          <p:cNvPr id="23" name="Image 4" descr="preencoded.png">    </p:cNvPr>
          <p:cNvPicPr>
            <a:picLocks noChangeAspect="1"/>
          </p:cNvPicPr>
          <p:nvPr/>
        </p:nvPicPr>
        <p:blipFill>
          <a:blip r:embed="rId5"/>
          <a:stretch>
            <a:fillRect/>
          </a:stretch>
        </p:blipFill>
        <p:spPr>
          <a:xfrm>
            <a:off x="7010248" y="4434840"/>
            <a:ext cx="274320" cy="274320"/>
          </a:xfrm>
          <a:prstGeom prst="rect">
            <a:avLst/>
          </a:prstGeom>
        </p:spPr>
      </p:pic>
      <p:sp>
        <p:nvSpPr>
          <p:cNvPr id="24" name="Text 17"/>
          <p:cNvSpPr txBox="1"/>
          <p:nvPr/>
        </p:nvSpPr>
        <p:spPr>
          <a:xfrm>
            <a:off x="4572000" y="4297680"/>
            <a:ext cx="2209648" cy="548640"/>
          </a:xfrm>
          <a:prstGeom prst="rect">
            <a:avLst/>
          </a:prstGeom>
          <a:noFill/>
          <a:ln/>
        </p:spPr>
        <p:txBody>
          <a:bodyPr wrap="square" lIns="0" tIns="0" rIns="0" bIns="0" rtlCol="0" anchor="ctr"/>
          <a:lstStyle/>
          <a:p>
            <a:pPr rtl="1" algn="r" indent="0" marL="0">
              <a:buNone/>
            </a:pPr>
            <a:r>
              <a:rPr lang="he-IL" altLang="en-US" sz="1700" b="1" dirty="0">
                <a:solidFill>
                  <a:srgbClr val="1C1F26"/>
                </a:solidFill>
                <a:latin typeface="Arial" pitchFamily="34" charset="0"/>
                <a:ea typeface="Arial" pitchFamily="34" charset="-122"/>
                <a:cs typeface="Arial" pitchFamily="34" charset="-120"/>
              </a:rPr>
              <a:t>מה הצבא לימד אותי על עצמי</a:t>
            </a:r>
            <a:endParaRPr lang="he-IL" sz="1700" dirty="0"/>
          </a:p>
        </p:txBody>
      </p:sp>
      <p:sp>
        <p:nvSpPr>
          <p:cNvPr id="25" name="Text 18"/>
          <p:cNvSpPr txBox="1"/>
          <p:nvPr/>
        </p:nvSpPr>
        <p:spPr>
          <a:xfrm>
            <a:off x="4572000" y="4937760"/>
            <a:ext cx="2849728" cy="1005840"/>
          </a:xfrm>
          <a:prstGeom prst="rect">
            <a:avLst/>
          </a:prstGeom>
          <a:noFill/>
          <a:ln/>
        </p:spPr>
        <p:txBody>
          <a:bodyPr wrap="square" lIns="0" tIns="0" rIns="0" bIns="0" rtlCol="0" anchor="t"/>
          <a:lstStyle/>
          <a:p>
            <a:pPr rtl="1" algn="r" indent="0" marL="0">
              <a:buNone/>
            </a:pPr>
            <a:r>
              <a:rPr lang="he-IL" altLang="en-US" sz="1300" dirty="0">
                <a:solidFill>
                  <a:srgbClr val="6B7280"/>
                </a:solidFill>
                <a:latin typeface="Arial" pitchFamily="34" charset="0"/>
                <a:ea typeface="Arial" pitchFamily="34" charset="-122"/>
                <a:cs typeface="Arial" pitchFamily="34" charset="-120"/>
              </a:rPr>
              <a:t>שהכול בראש. ושתמיד אפשר להשתפר ולהיות יותר ויותר טוב.</a:t>
            </a:r>
            <a:endParaRPr lang="he-IL" sz="1300" dirty="0"/>
          </a:p>
        </p:txBody>
      </p:sp>
      <p:sp>
        <p:nvSpPr>
          <p:cNvPr id="26" name="Text 19"/>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6B7280"/>
                </a:solidFill>
                <a:latin typeface="Arial" pitchFamily="34" charset="0"/>
                <a:ea typeface="Arial" pitchFamily="34" charset="-122"/>
                <a:cs typeface="Arial" pitchFamily="34" charset="-120"/>
              </a:rPr>
              <a:t>9</a:t>
            </a:r>
            <a:endParaRPr lang="he-IL"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914400" y="2011680"/>
            <a:ext cx="10362895" cy="1005840"/>
          </a:xfrm>
          <a:prstGeom prst="rect">
            <a:avLst/>
          </a:prstGeom>
          <a:noFill/>
          <a:ln/>
        </p:spPr>
        <p:txBody>
          <a:bodyPr wrap="square" lIns="0" tIns="0" rIns="0" bIns="0" rtlCol="0" anchor="t"/>
          <a:lstStyle/>
          <a:p>
            <a:pPr rtl="1" algn="ctr" indent="0" marL="0">
              <a:buNone/>
            </a:pPr>
            <a:r>
              <a:rPr lang="he-IL" altLang="en-US" sz="4400" b="1" dirty="0">
                <a:solidFill>
                  <a:srgbClr val="A7ADB8"/>
                </a:solidFill>
                <a:latin typeface="Arial" pitchFamily="34" charset="0"/>
                <a:ea typeface="Arial" pitchFamily="34" charset="-122"/>
                <a:cs typeface="Arial" pitchFamily="34" charset="-120"/>
              </a:rPr>
              <a:t>מוטיבציה מביאה אותך להתחלה.</a:t>
            </a:r>
            <a:endParaRPr lang="he-IL" sz="4400" dirty="0"/>
          </a:p>
        </p:txBody>
      </p:sp>
      <p:sp>
        <p:nvSpPr>
          <p:cNvPr id="3" name="Text 1"/>
          <p:cNvSpPr txBox="1"/>
          <p:nvPr/>
        </p:nvSpPr>
        <p:spPr>
          <a:xfrm>
            <a:off x="914400" y="3108960"/>
            <a:ext cx="10362895" cy="1097280"/>
          </a:xfrm>
          <a:prstGeom prst="rect">
            <a:avLst/>
          </a:prstGeom>
          <a:noFill/>
          <a:ln/>
        </p:spPr>
        <p:txBody>
          <a:bodyPr wrap="square" lIns="0" tIns="0" rIns="0" bIns="0" rtlCol="0" anchor="t"/>
          <a:lstStyle/>
          <a:p>
            <a:pPr rtl="1" algn="ctr" indent="0" marL="0">
              <a:buNone/>
            </a:pPr>
            <a:r>
              <a:rPr lang="he-IL" altLang="en-US" sz="5200" b="1" dirty="0">
                <a:solidFill>
                  <a:srgbClr val="D9B78C"/>
                </a:solidFill>
                <a:latin typeface="Arial" pitchFamily="34" charset="0"/>
                <a:ea typeface="Arial" pitchFamily="34" charset="-122"/>
                <a:cs typeface="Arial" pitchFamily="34" charset="-120"/>
              </a:rPr>
              <a:t>משמעת מביאה אותך לסוף.</a:t>
            </a:r>
            <a:endParaRPr lang="he-IL" sz="5200" dirty="0"/>
          </a:p>
        </p:txBody>
      </p:sp>
      <p:sp>
        <p:nvSpPr>
          <p:cNvPr id="4" name="Text 2"/>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10</a:t>
            </a:r>
            <a:endParaRPr lang="he-IL"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822960" y="1280160"/>
            <a:ext cx="10545775" cy="1463040"/>
          </a:xfrm>
          <a:prstGeom prst="rect">
            <a:avLst/>
          </a:prstGeom>
          <a:noFill/>
          <a:ln/>
        </p:spPr>
        <p:txBody>
          <a:bodyPr wrap="square" lIns="0" tIns="0" rIns="0" bIns="0" rtlCol="0" anchor="t"/>
          <a:lstStyle/>
          <a:p>
            <a:pPr rtl="1" algn="r" indent="0" marL="0">
              <a:buNone/>
            </a:pPr>
            <a:r>
              <a:rPr lang="he-IL" altLang="en-US" sz="9600" b="1" dirty="0">
                <a:solidFill>
                  <a:srgbClr val="D9B78C"/>
                </a:solidFill>
                <a:latin typeface="Arial" pitchFamily="34" charset="0"/>
                <a:ea typeface="Arial" pitchFamily="34" charset="-122"/>
                <a:cs typeface="Arial" pitchFamily="34" charset="-120"/>
              </a:rPr>
              <a:t>03</a:t>
            </a:r>
            <a:endParaRPr lang="he-IL" sz="9600" dirty="0"/>
          </a:p>
        </p:txBody>
      </p:sp>
      <p:sp>
        <p:nvSpPr>
          <p:cNvPr id="3" name="Text 1"/>
          <p:cNvSpPr txBox="1"/>
          <p:nvPr/>
        </p:nvSpPr>
        <p:spPr>
          <a:xfrm>
            <a:off x="822960" y="2926080"/>
            <a:ext cx="10545775" cy="1097280"/>
          </a:xfrm>
          <a:prstGeom prst="rect">
            <a:avLst/>
          </a:prstGeom>
          <a:noFill/>
          <a:ln/>
        </p:spPr>
        <p:txBody>
          <a:bodyPr wrap="square" lIns="0" tIns="0" rIns="0" bIns="0" rtlCol="0" anchor="t"/>
          <a:lstStyle/>
          <a:p>
            <a:pPr rtl="1" algn="r" indent="0" marL="0">
              <a:buNone/>
            </a:pPr>
            <a:r>
              <a:rPr lang="he-IL" altLang="en-US" sz="4400" b="1" dirty="0">
                <a:solidFill>
                  <a:srgbClr val="FFFFFF"/>
                </a:solidFill>
                <a:latin typeface="Arial" pitchFamily="34" charset="0"/>
                <a:ea typeface="Arial" pitchFamily="34" charset="-122"/>
                <a:cs typeface="Arial" pitchFamily="34" charset="-120"/>
              </a:rPr>
              <a:t>7 באוקטובר</a:t>
            </a:r>
            <a:endParaRPr lang="he-IL" sz="4400" dirty="0"/>
          </a:p>
        </p:txBody>
      </p:sp>
      <p:sp>
        <p:nvSpPr>
          <p:cNvPr id="4" name="Text 2"/>
          <p:cNvSpPr txBox="1"/>
          <p:nvPr/>
        </p:nvSpPr>
        <p:spPr>
          <a:xfrm>
            <a:off x="822960" y="4206240"/>
            <a:ext cx="10545775" cy="1097280"/>
          </a:xfrm>
          <a:prstGeom prst="rect">
            <a:avLst/>
          </a:prstGeom>
          <a:noFill/>
          <a:ln/>
        </p:spPr>
        <p:txBody>
          <a:bodyPr wrap="square" lIns="0" tIns="0" rIns="0" bIns="0" rtlCol="0" anchor="t"/>
          <a:lstStyle/>
          <a:p>
            <a:pPr rtl="1" algn="r" indent="0" marL="0">
              <a:buNone/>
            </a:pPr>
            <a:r>
              <a:rPr lang="he-IL" altLang="en-US" sz="2000" dirty="0">
                <a:solidFill>
                  <a:srgbClr val="A7ADB8"/>
                </a:solidFill>
                <a:latin typeface="Arial" pitchFamily="34" charset="0"/>
                <a:ea typeface="Arial" pitchFamily="34" charset="-122"/>
                <a:cs typeface="Arial" pitchFamily="34" charset="-120"/>
              </a:rPr>
              <a:t>לא ״בשעה X קרה Y״. מה חשבתי בכל שלב.</a:t>
            </a:r>
            <a:endParaRPr lang="he-IL" sz="2000" dirty="0"/>
          </a:p>
        </p:txBody>
      </p:sp>
      <p:sp>
        <p:nvSpPr>
          <p:cNvPr id="5" name="Text 3"/>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11</a:t>
            </a:r>
            <a:endParaRPr lang="he-IL"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822960" y="548640"/>
            <a:ext cx="10545775" cy="914400"/>
          </a:xfrm>
          <a:prstGeom prst="rect">
            <a:avLst/>
          </a:prstGeom>
          <a:noFill/>
          <a:ln/>
        </p:spPr>
        <p:txBody>
          <a:bodyPr wrap="square" lIns="0" tIns="0" rIns="0" bIns="0" rtlCol="0" anchor="t"/>
          <a:lstStyle/>
          <a:p>
            <a:pPr rtl="1" algn="r" indent="0" marL="0">
              <a:buNone/>
            </a:pPr>
            <a:r>
              <a:rPr lang="he-IL" altLang="en-US" sz="3600" b="1" dirty="0">
                <a:solidFill>
                  <a:srgbClr val="FFFFFF"/>
                </a:solidFill>
                <a:latin typeface="Arial" pitchFamily="34" charset="0"/>
                <a:ea typeface="Arial" pitchFamily="34" charset="-122"/>
                <a:cs typeface="Arial" pitchFamily="34" charset="-120"/>
              </a:rPr>
              <a:t>שבעה שלבים באותו יום</a:t>
            </a:r>
            <a:endParaRPr lang="he-IL" sz="3600" dirty="0"/>
          </a:p>
        </p:txBody>
      </p:sp>
      <p:sp>
        <p:nvSpPr>
          <p:cNvPr id="3" name="Shape 1"/>
          <p:cNvSpPr/>
          <p:nvPr/>
        </p:nvSpPr>
        <p:spPr>
          <a:xfrm>
            <a:off x="1505690" y="2926080"/>
            <a:ext cx="9180315" cy="0"/>
          </a:xfrm>
          <a:prstGeom prst="line">
            <a:avLst/>
          </a:prstGeom>
          <a:noFill/>
          <a:ln w="25400">
            <a:solidFill>
              <a:srgbClr val="3A4150"/>
            </a:solidFill>
            <a:prstDash val="solid"/>
          </a:ln>
        </p:spPr>
      </p:sp>
      <p:sp>
        <p:nvSpPr>
          <p:cNvPr id="4" name="Shape 2"/>
          <p:cNvSpPr/>
          <p:nvPr/>
        </p:nvSpPr>
        <p:spPr>
          <a:xfrm>
            <a:off x="10411685" y="2651760"/>
            <a:ext cx="548640" cy="548640"/>
          </a:xfrm>
          <a:prstGeom prst="ellipse">
            <a:avLst/>
          </a:prstGeom>
          <a:solidFill>
            <a:srgbClr val="171C24"/>
          </a:solidFill>
          <a:ln w="19050">
            <a:solidFill>
              <a:srgbClr val="D9B78C"/>
            </a:solidFill>
            <a:prstDash val="solid"/>
          </a:ln>
        </p:spPr>
      </p:sp>
      <p:sp>
        <p:nvSpPr>
          <p:cNvPr id="5" name="Text 3"/>
          <p:cNvSpPr txBox="1"/>
          <p:nvPr/>
        </p:nvSpPr>
        <p:spPr>
          <a:xfrm>
            <a:off x="10411685" y="2651760"/>
            <a:ext cx="548640" cy="548640"/>
          </a:xfrm>
          <a:prstGeom prst="rect">
            <a:avLst/>
          </a:prstGeom>
          <a:noFill/>
          <a:ln/>
        </p:spPr>
        <p:txBody>
          <a:bodyPr wrap="square" lIns="0" tIns="0" rIns="0" bIns="0" rtlCol="0" anchor="ctr"/>
          <a:lstStyle/>
          <a:p>
            <a:pPr rtl="1" algn="ctr" indent="0" marL="0">
              <a:buNone/>
            </a:pPr>
            <a:r>
              <a:rPr lang="he-IL" altLang="en-US" sz="1400" b="1" dirty="0">
                <a:solidFill>
                  <a:srgbClr val="D9B78C"/>
                </a:solidFill>
                <a:latin typeface="Arial" pitchFamily="34" charset="0"/>
                <a:ea typeface="Arial" pitchFamily="34" charset="-122"/>
                <a:cs typeface="Arial" pitchFamily="34" charset="-120"/>
              </a:rPr>
              <a:t>1</a:t>
            </a:r>
            <a:endParaRPr lang="he-IL" sz="1400" dirty="0"/>
          </a:p>
        </p:txBody>
      </p:sp>
      <p:sp>
        <p:nvSpPr>
          <p:cNvPr id="6" name="Text 4"/>
          <p:cNvSpPr txBox="1"/>
          <p:nvPr/>
        </p:nvSpPr>
        <p:spPr>
          <a:xfrm>
            <a:off x="10003275" y="3429000"/>
            <a:ext cx="1365460" cy="1371600"/>
          </a:xfrm>
          <a:prstGeom prst="rect">
            <a:avLst/>
          </a:prstGeom>
          <a:noFill/>
          <a:ln/>
        </p:spPr>
        <p:txBody>
          <a:bodyPr wrap="square" lIns="0" tIns="0" rIns="0" bIns="0" rtlCol="0" anchor="t"/>
          <a:lstStyle/>
          <a:p>
            <a:pPr rtl="1" algn="ctr" indent="0" marL="0">
              <a:buNone/>
            </a:pPr>
            <a:r>
              <a:rPr lang="he-IL" altLang="en-US" sz="1500" dirty="0">
                <a:solidFill>
                  <a:srgbClr val="FFFFFF"/>
                </a:solidFill>
                <a:latin typeface="Arial" pitchFamily="34" charset="0"/>
                <a:ea typeface="Arial" pitchFamily="34" charset="-122"/>
                <a:cs typeface="Arial" pitchFamily="34" charset="-120"/>
              </a:rPr>
              <a:t>לפני</a:t>
            </a:r>
            <a:endParaRPr lang="he-IL" sz="1500" dirty="0"/>
          </a:p>
        </p:txBody>
      </p:sp>
      <p:sp>
        <p:nvSpPr>
          <p:cNvPr id="7" name="Shape 5"/>
          <p:cNvSpPr/>
          <p:nvPr/>
        </p:nvSpPr>
        <p:spPr>
          <a:xfrm>
            <a:off x="8881633" y="2651760"/>
            <a:ext cx="548640" cy="548640"/>
          </a:xfrm>
          <a:prstGeom prst="ellipse">
            <a:avLst/>
          </a:prstGeom>
          <a:solidFill>
            <a:srgbClr val="171C24"/>
          </a:solidFill>
          <a:ln w="19050">
            <a:solidFill>
              <a:srgbClr val="D9B78C"/>
            </a:solidFill>
            <a:prstDash val="solid"/>
          </a:ln>
        </p:spPr>
      </p:sp>
      <p:sp>
        <p:nvSpPr>
          <p:cNvPr id="8" name="Text 6"/>
          <p:cNvSpPr txBox="1"/>
          <p:nvPr/>
        </p:nvSpPr>
        <p:spPr>
          <a:xfrm>
            <a:off x="8881633" y="2651760"/>
            <a:ext cx="548640" cy="548640"/>
          </a:xfrm>
          <a:prstGeom prst="rect">
            <a:avLst/>
          </a:prstGeom>
          <a:noFill/>
          <a:ln/>
        </p:spPr>
        <p:txBody>
          <a:bodyPr wrap="square" lIns="0" tIns="0" rIns="0" bIns="0" rtlCol="0" anchor="ctr"/>
          <a:lstStyle/>
          <a:p>
            <a:pPr rtl="1" algn="ctr" indent="0" marL="0">
              <a:buNone/>
            </a:pPr>
            <a:r>
              <a:rPr lang="he-IL" altLang="en-US" sz="1400" b="1" dirty="0">
                <a:solidFill>
                  <a:srgbClr val="D9B78C"/>
                </a:solidFill>
                <a:latin typeface="Arial" pitchFamily="34" charset="0"/>
                <a:ea typeface="Arial" pitchFamily="34" charset="-122"/>
                <a:cs typeface="Arial" pitchFamily="34" charset="-120"/>
              </a:rPr>
              <a:t>2</a:t>
            </a:r>
            <a:endParaRPr lang="he-IL" sz="1400" dirty="0"/>
          </a:p>
        </p:txBody>
      </p:sp>
      <p:sp>
        <p:nvSpPr>
          <p:cNvPr id="9" name="Text 7"/>
          <p:cNvSpPr txBox="1"/>
          <p:nvPr/>
        </p:nvSpPr>
        <p:spPr>
          <a:xfrm>
            <a:off x="8473222" y="3429000"/>
            <a:ext cx="1365460" cy="1371600"/>
          </a:xfrm>
          <a:prstGeom prst="rect">
            <a:avLst/>
          </a:prstGeom>
          <a:noFill/>
          <a:ln/>
        </p:spPr>
        <p:txBody>
          <a:bodyPr wrap="square" lIns="0" tIns="0" rIns="0" bIns="0" rtlCol="0" anchor="t"/>
          <a:lstStyle/>
          <a:p>
            <a:pPr rtl="1" algn="ctr" indent="0" marL="0">
              <a:buNone/>
            </a:pPr>
            <a:r>
              <a:rPr lang="he-IL" altLang="en-US" sz="1500" dirty="0">
                <a:solidFill>
                  <a:srgbClr val="FFFFFF"/>
                </a:solidFill>
                <a:latin typeface="Arial" pitchFamily="34" charset="0"/>
                <a:ea typeface="Arial" pitchFamily="34" charset="-122"/>
                <a:cs typeface="Arial" pitchFamily="34" charset="-120"/>
              </a:rPr>
              <a:t>ההבנה שמשהו לא רגיל קורה</a:t>
            </a:r>
            <a:endParaRPr lang="he-IL" sz="1500" dirty="0"/>
          </a:p>
        </p:txBody>
      </p:sp>
      <p:sp>
        <p:nvSpPr>
          <p:cNvPr id="10" name="Shape 8"/>
          <p:cNvSpPr/>
          <p:nvPr/>
        </p:nvSpPr>
        <p:spPr>
          <a:xfrm>
            <a:off x="7351580" y="2651760"/>
            <a:ext cx="548640" cy="548640"/>
          </a:xfrm>
          <a:prstGeom prst="ellipse">
            <a:avLst/>
          </a:prstGeom>
          <a:solidFill>
            <a:srgbClr val="171C24"/>
          </a:solidFill>
          <a:ln w="19050">
            <a:solidFill>
              <a:srgbClr val="D9B78C"/>
            </a:solidFill>
            <a:prstDash val="solid"/>
          </a:ln>
        </p:spPr>
      </p:sp>
      <p:sp>
        <p:nvSpPr>
          <p:cNvPr id="11" name="Text 9"/>
          <p:cNvSpPr txBox="1"/>
          <p:nvPr/>
        </p:nvSpPr>
        <p:spPr>
          <a:xfrm>
            <a:off x="7351580" y="2651760"/>
            <a:ext cx="548640" cy="548640"/>
          </a:xfrm>
          <a:prstGeom prst="rect">
            <a:avLst/>
          </a:prstGeom>
          <a:noFill/>
          <a:ln/>
        </p:spPr>
        <p:txBody>
          <a:bodyPr wrap="square" lIns="0" tIns="0" rIns="0" bIns="0" rtlCol="0" anchor="ctr"/>
          <a:lstStyle/>
          <a:p>
            <a:pPr rtl="1" algn="ctr" indent="0" marL="0">
              <a:buNone/>
            </a:pPr>
            <a:r>
              <a:rPr lang="he-IL" altLang="en-US" sz="1400" b="1" dirty="0">
                <a:solidFill>
                  <a:srgbClr val="D9B78C"/>
                </a:solidFill>
                <a:latin typeface="Arial" pitchFamily="34" charset="0"/>
                <a:ea typeface="Arial" pitchFamily="34" charset="-122"/>
                <a:cs typeface="Arial" pitchFamily="34" charset="-120"/>
              </a:rPr>
              <a:t>3</a:t>
            </a:r>
            <a:endParaRPr lang="he-IL" sz="1400" dirty="0"/>
          </a:p>
        </p:txBody>
      </p:sp>
      <p:sp>
        <p:nvSpPr>
          <p:cNvPr id="12" name="Text 10"/>
          <p:cNvSpPr txBox="1"/>
          <p:nvPr/>
        </p:nvSpPr>
        <p:spPr>
          <a:xfrm>
            <a:off x="6943170" y="3429000"/>
            <a:ext cx="1365460" cy="1371600"/>
          </a:xfrm>
          <a:prstGeom prst="rect">
            <a:avLst/>
          </a:prstGeom>
          <a:noFill/>
          <a:ln/>
        </p:spPr>
        <p:txBody>
          <a:bodyPr wrap="square" lIns="0" tIns="0" rIns="0" bIns="0" rtlCol="0" anchor="t"/>
          <a:lstStyle/>
          <a:p>
            <a:pPr rtl="1" algn="ctr" indent="0" marL="0">
              <a:buNone/>
            </a:pPr>
            <a:r>
              <a:rPr lang="he-IL" altLang="en-US" sz="1500" dirty="0">
                <a:solidFill>
                  <a:srgbClr val="FFFFFF"/>
                </a:solidFill>
                <a:latin typeface="Arial" pitchFamily="34" charset="0"/>
                <a:ea typeface="Arial" pitchFamily="34" charset="-122"/>
                <a:cs typeface="Arial" pitchFamily="34" charset="-120"/>
              </a:rPr>
              <a:t>הכניסה ללחימה</a:t>
            </a:r>
            <a:endParaRPr lang="he-IL" sz="1500" dirty="0"/>
          </a:p>
        </p:txBody>
      </p:sp>
      <p:sp>
        <p:nvSpPr>
          <p:cNvPr id="13" name="Shape 11"/>
          <p:cNvSpPr/>
          <p:nvPr/>
        </p:nvSpPr>
        <p:spPr>
          <a:xfrm>
            <a:off x="5821528" y="2651760"/>
            <a:ext cx="548640" cy="548640"/>
          </a:xfrm>
          <a:prstGeom prst="ellipse">
            <a:avLst/>
          </a:prstGeom>
          <a:solidFill>
            <a:srgbClr val="D9B78C"/>
          </a:solidFill>
          <a:ln w="19050">
            <a:solidFill>
              <a:srgbClr val="D9B78C"/>
            </a:solidFill>
            <a:prstDash val="solid"/>
          </a:ln>
        </p:spPr>
      </p:sp>
      <p:sp>
        <p:nvSpPr>
          <p:cNvPr id="14" name="Text 12"/>
          <p:cNvSpPr txBox="1"/>
          <p:nvPr/>
        </p:nvSpPr>
        <p:spPr>
          <a:xfrm>
            <a:off x="5821528" y="2651760"/>
            <a:ext cx="548640" cy="548640"/>
          </a:xfrm>
          <a:prstGeom prst="rect">
            <a:avLst/>
          </a:prstGeom>
          <a:noFill/>
          <a:ln/>
        </p:spPr>
        <p:txBody>
          <a:bodyPr wrap="square" lIns="0" tIns="0" rIns="0" bIns="0" rtlCol="0" anchor="ctr"/>
          <a:lstStyle/>
          <a:p>
            <a:pPr rtl="1" algn="ctr" indent="0" marL="0">
              <a:buNone/>
            </a:pPr>
            <a:r>
              <a:rPr lang="he-IL" altLang="en-US" sz="1400" b="1" dirty="0">
                <a:solidFill>
                  <a:srgbClr val="0E1116"/>
                </a:solidFill>
                <a:latin typeface="Arial" pitchFamily="34" charset="0"/>
                <a:ea typeface="Arial" pitchFamily="34" charset="-122"/>
                <a:cs typeface="Arial" pitchFamily="34" charset="-120"/>
              </a:rPr>
              <a:t>4</a:t>
            </a:r>
            <a:endParaRPr lang="he-IL" sz="1400" dirty="0"/>
          </a:p>
        </p:txBody>
      </p:sp>
      <p:sp>
        <p:nvSpPr>
          <p:cNvPr id="15" name="Text 13"/>
          <p:cNvSpPr txBox="1"/>
          <p:nvPr/>
        </p:nvSpPr>
        <p:spPr>
          <a:xfrm>
            <a:off x="5413117" y="3429000"/>
            <a:ext cx="1365460" cy="1371600"/>
          </a:xfrm>
          <a:prstGeom prst="rect">
            <a:avLst/>
          </a:prstGeom>
          <a:noFill/>
          <a:ln/>
        </p:spPr>
        <p:txBody>
          <a:bodyPr wrap="square" lIns="0" tIns="0" rIns="0" bIns="0" rtlCol="0" anchor="t"/>
          <a:lstStyle/>
          <a:p>
            <a:pPr rtl="1" algn="ctr" indent="0" marL="0">
              <a:buNone/>
            </a:pPr>
            <a:r>
              <a:rPr lang="he-IL" altLang="en-US" sz="1500" b="1" dirty="0">
                <a:solidFill>
                  <a:srgbClr val="D9B78C"/>
                </a:solidFill>
                <a:latin typeface="Arial" pitchFamily="34" charset="0"/>
                <a:ea typeface="Arial" pitchFamily="34" charset="-122"/>
                <a:cs typeface="Arial" pitchFamily="34" charset="-120"/>
              </a:rPr>
              <a:t>המארב</a:t>
            </a:r>
            <a:endParaRPr lang="he-IL" sz="1500" dirty="0"/>
          </a:p>
        </p:txBody>
      </p:sp>
      <p:sp>
        <p:nvSpPr>
          <p:cNvPr id="16" name="Shape 14"/>
          <p:cNvSpPr/>
          <p:nvPr/>
        </p:nvSpPr>
        <p:spPr>
          <a:xfrm>
            <a:off x="4291475" y="2651760"/>
            <a:ext cx="548640" cy="548640"/>
          </a:xfrm>
          <a:prstGeom prst="ellipse">
            <a:avLst/>
          </a:prstGeom>
          <a:solidFill>
            <a:srgbClr val="D9B78C"/>
          </a:solidFill>
          <a:ln w="19050">
            <a:solidFill>
              <a:srgbClr val="D9B78C"/>
            </a:solidFill>
            <a:prstDash val="solid"/>
          </a:ln>
        </p:spPr>
      </p:sp>
      <p:sp>
        <p:nvSpPr>
          <p:cNvPr id="17" name="Text 15"/>
          <p:cNvSpPr txBox="1"/>
          <p:nvPr/>
        </p:nvSpPr>
        <p:spPr>
          <a:xfrm>
            <a:off x="4291475" y="2651760"/>
            <a:ext cx="548640" cy="548640"/>
          </a:xfrm>
          <a:prstGeom prst="rect">
            <a:avLst/>
          </a:prstGeom>
          <a:noFill/>
          <a:ln/>
        </p:spPr>
        <p:txBody>
          <a:bodyPr wrap="square" lIns="0" tIns="0" rIns="0" bIns="0" rtlCol="0" anchor="ctr"/>
          <a:lstStyle/>
          <a:p>
            <a:pPr rtl="1" algn="ctr" indent="0" marL="0">
              <a:buNone/>
            </a:pPr>
            <a:r>
              <a:rPr lang="he-IL" altLang="en-US" sz="1400" b="1" dirty="0">
                <a:solidFill>
                  <a:srgbClr val="0E1116"/>
                </a:solidFill>
                <a:latin typeface="Arial" pitchFamily="34" charset="0"/>
                <a:ea typeface="Arial" pitchFamily="34" charset="-122"/>
                <a:cs typeface="Arial" pitchFamily="34" charset="-120"/>
              </a:rPr>
              <a:t>5</a:t>
            </a:r>
            <a:endParaRPr lang="he-IL" sz="1400" dirty="0"/>
          </a:p>
        </p:txBody>
      </p:sp>
      <p:sp>
        <p:nvSpPr>
          <p:cNvPr id="18" name="Text 16"/>
          <p:cNvSpPr txBox="1"/>
          <p:nvPr/>
        </p:nvSpPr>
        <p:spPr>
          <a:xfrm>
            <a:off x="3883065" y="3429000"/>
            <a:ext cx="1365460" cy="1371600"/>
          </a:xfrm>
          <a:prstGeom prst="rect">
            <a:avLst/>
          </a:prstGeom>
          <a:noFill/>
          <a:ln/>
        </p:spPr>
        <p:txBody>
          <a:bodyPr wrap="square" lIns="0" tIns="0" rIns="0" bIns="0" rtlCol="0" anchor="t"/>
          <a:lstStyle/>
          <a:p>
            <a:pPr rtl="1" algn="ctr" indent="0" marL="0">
              <a:buNone/>
            </a:pPr>
            <a:r>
              <a:rPr lang="he-IL" altLang="en-US" sz="1500" b="1" dirty="0">
                <a:solidFill>
                  <a:srgbClr val="D9B78C"/>
                </a:solidFill>
                <a:latin typeface="Arial" pitchFamily="34" charset="0"/>
                <a:ea typeface="Arial" pitchFamily="34" charset="-122"/>
                <a:cs typeface="Arial" pitchFamily="34" charset="-120"/>
              </a:rPr>
              <a:t>הפציעה</a:t>
            </a:r>
            <a:endParaRPr lang="he-IL" sz="1500" dirty="0"/>
          </a:p>
        </p:txBody>
      </p:sp>
      <p:sp>
        <p:nvSpPr>
          <p:cNvPr id="19" name="Shape 17"/>
          <p:cNvSpPr/>
          <p:nvPr/>
        </p:nvSpPr>
        <p:spPr>
          <a:xfrm>
            <a:off x="2761423" y="2651760"/>
            <a:ext cx="548640" cy="548640"/>
          </a:xfrm>
          <a:prstGeom prst="ellipse">
            <a:avLst/>
          </a:prstGeom>
          <a:solidFill>
            <a:srgbClr val="171C24"/>
          </a:solidFill>
          <a:ln w="19050">
            <a:solidFill>
              <a:srgbClr val="D9B78C"/>
            </a:solidFill>
            <a:prstDash val="solid"/>
          </a:ln>
        </p:spPr>
      </p:sp>
      <p:sp>
        <p:nvSpPr>
          <p:cNvPr id="20" name="Text 18"/>
          <p:cNvSpPr txBox="1"/>
          <p:nvPr/>
        </p:nvSpPr>
        <p:spPr>
          <a:xfrm>
            <a:off x="2761423" y="2651760"/>
            <a:ext cx="548640" cy="548640"/>
          </a:xfrm>
          <a:prstGeom prst="rect">
            <a:avLst/>
          </a:prstGeom>
          <a:noFill/>
          <a:ln/>
        </p:spPr>
        <p:txBody>
          <a:bodyPr wrap="square" lIns="0" tIns="0" rIns="0" bIns="0" rtlCol="0" anchor="ctr"/>
          <a:lstStyle/>
          <a:p>
            <a:pPr rtl="1" algn="ctr" indent="0" marL="0">
              <a:buNone/>
            </a:pPr>
            <a:r>
              <a:rPr lang="he-IL" altLang="en-US" sz="1400" b="1" dirty="0">
                <a:solidFill>
                  <a:srgbClr val="D9B78C"/>
                </a:solidFill>
                <a:latin typeface="Arial" pitchFamily="34" charset="0"/>
                <a:ea typeface="Arial" pitchFamily="34" charset="-122"/>
                <a:cs typeface="Arial" pitchFamily="34" charset="-120"/>
              </a:rPr>
              <a:t>6</a:t>
            </a:r>
            <a:endParaRPr lang="he-IL" sz="1400" dirty="0"/>
          </a:p>
        </p:txBody>
      </p:sp>
      <p:sp>
        <p:nvSpPr>
          <p:cNvPr id="21" name="Text 19"/>
          <p:cNvSpPr txBox="1"/>
          <p:nvPr/>
        </p:nvSpPr>
        <p:spPr>
          <a:xfrm>
            <a:off x="2353012" y="3429000"/>
            <a:ext cx="1365460" cy="1371600"/>
          </a:xfrm>
          <a:prstGeom prst="rect">
            <a:avLst/>
          </a:prstGeom>
          <a:noFill/>
          <a:ln/>
        </p:spPr>
        <p:txBody>
          <a:bodyPr wrap="square" lIns="0" tIns="0" rIns="0" bIns="0" rtlCol="0" anchor="t"/>
          <a:lstStyle/>
          <a:p>
            <a:pPr rtl="1" algn="ctr" indent="0" marL="0">
              <a:buNone/>
            </a:pPr>
            <a:r>
              <a:rPr lang="he-IL" altLang="en-US" sz="1500" dirty="0">
                <a:solidFill>
                  <a:srgbClr val="FFFFFF"/>
                </a:solidFill>
                <a:latin typeface="Arial" pitchFamily="34" charset="0"/>
                <a:ea typeface="Arial" pitchFamily="34" charset="-122"/>
                <a:cs typeface="Arial" pitchFamily="34" charset="-120"/>
              </a:rPr>
              <a:t>ההחלטה להמשיך</a:t>
            </a:r>
            <a:endParaRPr lang="he-IL" sz="1500" dirty="0"/>
          </a:p>
        </p:txBody>
      </p:sp>
      <p:sp>
        <p:nvSpPr>
          <p:cNvPr id="22" name="Shape 20"/>
          <p:cNvSpPr/>
          <p:nvPr/>
        </p:nvSpPr>
        <p:spPr>
          <a:xfrm>
            <a:off x="1231370" y="2651760"/>
            <a:ext cx="548640" cy="548640"/>
          </a:xfrm>
          <a:prstGeom prst="ellipse">
            <a:avLst/>
          </a:prstGeom>
          <a:solidFill>
            <a:srgbClr val="171C24"/>
          </a:solidFill>
          <a:ln w="19050">
            <a:solidFill>
              <a:srgbClr val="D9B78C"/>
            </a:solidFill>
            <a:prstDash val="solid"/>
          </a:ln>
        </p:spPr>
      </p:sp>
      <p:sp>
        <p:nvSpPr>
          <p:cNvPr id="23" name="Text 21"/>
          <p:cNvSpPr txBox="1"/>
          <p:nvPr/>
        </p:nvSpPr>
        <p:spPr>
          <a:xfrm>
            <a:off x="1231370" y="2651760"/>
            <a:ext cx="548640" cy="548640"/>
          </a:xfrm>
          <a:prstGeom prst="rect">
            <a:avLst/>
          </a:prstGeom>
          <a:noFill/>
          <a:ln/>
        </p:spPr>
        <p:txBody>
          <a:bodyPr wrap="square" lIns="0" tIns="0" rIns="0" bIns="0" rtlCol="0" anchor="ctr"/>
          <a:lstStyle/>
          <a:p>
            <a:pPr rtl="1" algn="ctr" indent="0" marL="0">
              <a:buNone/>
            </a:pPr>
            <a:r>
              <a:rPr lang="he-IL" altLang="en-US" sz="1400" b="1" dirty="0">
                <a:solidFill>
                  <a:srgbClr val="D9B78C"/>
                </a:solidFill>
                <a:latin typeface="Arial" pitchFamily="34" charset="0"/>
                <a:ea typeface="Arial" pitchFamily="34" charset="-122"/>
                <a:cs typeface="Arial" pitchFamily="34" charset="-120"/>
              </a:rPr>
              <a:t>7</a:t>
            </a:r>
            <a:endParaRPr lang="he-IL" sz="1400" dirty="0"/>
          </a:p>
        </p:txBody>
      </p:sp>
      <p:sp>
        <p:nvSpPr>
          <p:cNvPr id="24" name="Text 22"/>
          <p:cNvSpPr txBox="1"/>
          <p:nvPr/>
        </p:nvSpPr>
        <p:spPr>
          <a:xfrm>
            <a:off x="822960" y="3429000"/>
            <a:ext cx="1365460" cy="1371600"/>
          </a:xfrm>
          <a:prstGeom prst="rect">
            <a:avLst/>
          </a:prstGeom>
          <a:noFill/>
          <a:ln/>
        </p:spPr>
        <p:txBody>
          <a:bodyPr wrap="square" lIns="0" tIns="0" rIns="0" bIns="0" rtlCol="0" anchor="t"/>
          <a:lstStyle/>
          <a:p>
            <a:pPr rtl="1" algn="ctr" indent="0" marL="0">
              <a:buNone/>
            </a:pPr>
            <a:r>
              <a:rPr lang="he-IL" altLang="en-US" sz="1500" dirty="0">
                <a:solidFill>
                  <a:srgbClr val="FFFFFF"/>
                </a:solidFill>
                <a:latin typeface="Arial" pitchFamily="34" charset="0"/>
                <a:ea typeface="Arial" pitchFamily="34" charset="-122"/>
                <a:cs typeface="Arial" pitchFamily="34" charset="-120"/>
              </a:rPr>
              <a:t>הפינוי</a:t>
            </a:r>
            <a:endParaRPr lang="he-IL" sz="1500" dirty="0"/>
          </a:p>
        </p:txBody>
      </p:sp>
      <p:sp>
        <p:nvSpPr>
          <p:cNvPr id="25" name="Text 23"/>
          <p:cNvSpPr txBox="1"/>
          <p:nvPr/>
        </p:nvSpPr>
        <p:spPr>
          <a:xfrm>
            <a:off x="822960" y="5120640"/>
            <a:ext cx="10545775" cy="731520"/>
          </a:xfrm>
          <a:prstGeom prst="rect">
            <a:avLst/>
          </a:prstGeom>
          <a:noFill/>
          <a:ln/>
        </p:spPr>
        <p:txBody>
          <a:bodyPr wrap="square" lIns="0" tIns="0" rIns="0" bIns="0" rtlCol="0" anchor="t"/>
          <a:lstStyle/>
          <a:p>
            <a:pPr rtl="1" algn="ctr" indent="0" marL="0">
              <a:buNone/>
            </a:pPr>
            <a:r>
              <a:rPr lang="he-IL" altLang="en-US" sz="1600" dirty="0">
                <a:solidFill>
                  <a:srgbClr val="A7ADB8"/>
                </a:solidFill>
                <a:latin typeface="Arial" pitchFamily="34" charset="0"/>
                <a:ea typeface="Arial" pitchFamily="34" charset="-122"/>
                <a:cs typeface="Arial" pitchFamily="34" charset="-120"/>
              </a:rPr>
              <a:t>בכל שלב – משפט אחד על מה שעבר לי בראש. זה מה שהופך אירוע צבאי לסיפור אנושי.</a:t>
            </a:r>
            <a:endParaRPr lang="he-IL" sz="1600" dirty="0"/>
          </a:p>
        </p:txBody>
      </p:sp>
      <p:sp>
        <p:nvSpPr>
          <p:cNvPr id="26" name="Text 24"/>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12</a:t>
            </a:r>
            <a:endParaRPr lang="he-IL"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822960" y="822960"/>
            <a:ext cx="4754880" cy="5212080"/>
          </a:xfrm>
          <a:prstGeom prst="roundRect">
            <a:avLst>
              <a:gd name="adj" fmla="val 2885"/>
            </a:avLst>
          </a:prstGeom>
          <a:solidFill>
            <a:srgbClr val="171C24"/>
          </a:solidFill>
          <a:ln w="15875">
            <a:solidFill>
              <a:srgbClr val="3A4150"/>
            </a:solidFill>
            <a:prstDash val="dash"/>
          </a:ln>
        </p:spPr>
      </p:sp>
      <p:pic>
        <p:nvPicPr>
          <p:cNvPr id="3" name="Image 0" descr="preencoded.png">    </p:cNvPr>
          <p:cNvPicPr>
            <a:picLocks noChangeAspect="1"/>
          </p:cNvPicPr>
          <p:nvPr/>
        </p:nvPicPr>
        <p:blipFill>
          <a:blip r:embed="rId1"/>
          <a:stretch>
            <a:fillRect/>
          </a:stretch>
        </p:blipFill>
        <p:spPr>
          <a:xfrm>
            <a:off x="2926080" y="2834640"/>
            <a:ext cx="548640" cy="548640"/>
          </a:xfrm>
          <a:prstGeom prst="rect">
            <a:avLst/>
          </a:prstGeom>
        </p:spPr>
      </p:pic>
      <p:sp>
        <p:nvSpPr>
          <p:cNvPr id="4" name="Text 1"/>
          <p:cNvSpPr txBox="1"/>
          <p:nvPr/>
        </p:nvSpPr>
        <p:spPr>
          <a:xfrm>
            <a:off x="1097280" y="3657600"/>
            <a:ext cx="4206240" cy="640080"/>
          </a:xfrm>
          <a:prstGeom prst="rect">
            <a:avLst/>
          </a:prstGeom>
          <a:noFill/>
          <a:ln/>
        </p:spPr>
        <p:txBody>
          <a:bodyPr wrap="square" lIns="0" tIns="0" rIns="0" bIns="0" rtlCol="0" anchor="t"/>
          <a:lstStyle/>
          <a:p>
            <a:pPr rtl="1" algn="ctr" indent="0" marL="0">
              <a:buNone/>
            </a:pPr>
            <a:r>
              <a:rPr lang="he-IL" altLang="en-US" sz="1200" dirty="0">
                <a:solidFill>
                  <a:srgbClr val="A7ADB8"/>
                </a:solidFill>
                <a:latin typeface="Arial" pitchFamily="34" charset="0"/>
                <a:ea typeface="Arial" pitchFamily="34" charset="-122"/>
                <a:cs typeface="Arial" pitchFamily="34" charset="-120"/>
              </a:rPr>
              <a:t>תמונה: מהיום עצמו / מהגזרה (אם יש) – או תמונה של הצוות לפני</a:t>
            </a:r>
            <a:endParaRPr lang="he-IL" sz="1200" dirty="0"/>
          </a:p>
        </p:txBody>
      </p:sp>
      <p:pic>
        <p:nvPicPr>
          <p:cNvPr id="5" name="Image 1" descr="preencoded.png">    </p:cNvPr>
          <p:cNvPicPr>
            <a:picLocks noChangeAspect="1"/>
          </p:cNvPicPr>
          <p:nvPr/>
        </p:nvPicPr>
        <p:blipFill>
          <a:blip r:embed="rId2"/>
          <a:stretch>
            <a:fillRect/>
          </a:stretch>
        </p:blipFill>
        <p:spPr>
          <a:xfrm>
            <a:off x="10545775" y="1188720"/>
            <a:ext cx="731520" cy="731520"/>
          </a:xfrm>
          <a:prstGeom prst="rect">
            <a:avLst/>
          </a:prstGeom>
        </p:spPr>
      </p:pic>
      <p:sp>
        <p:nvSpPr>
          <p:cNvPr id="6" name="Text 2"/>
          <p:cNvSpPr txBox="1"/>
          <p:nvPr/>
        </p:nvSpPr>
        <p:spPr>
          <a:xfrm>
            <a:off x="6035040" y="2194560"/>
            <a:ext cx="5333695" cy="1097280"/>
          </a:xfrm>
          <a:prstGeom prst="rect">
            <a:avLst/>
          </a:prstGeom>
          <a:noFill/>
          <a:ln/>
        </p:spPr>
        <p:txBody>
          <a:bodyPr wrap="square" lIns="0" tIns="0" rIns="0" bIns="0" rtlCol="0" anchor="t"/>
          <a:lstStyle/>
          <a:p>
            <a:pPr rtl="1" algn="r" indent="0" marL="0">
              <a:buNone/>
            </a:pPr>
            <a:r>
              <a:rPr lang="he-IL" altLang="en-US" sz="3200" b="1" dirty="0">
                <a:solidFill>
                  <a:srgbClr val="FFFFFF"/>
                </a:solidFill>
                <a:latin typeface="Arial" pitchFamily="34" charset="0"/>
                <a:ea typeface="Arial" pitchFamily="34" charset="-122"/>
                <a:cs typeface="Arial" pitchFamily="34" charset="-120"/>
              </a:rPr>
              <a:t>״באותו רגע עוד לא הבנתי שאני פצוע.</a:t>
            </a:r>
            <a:endParaRPr lang="he-IL" sz="3200" dirty="0"/>
          </a:p>
        </p:txBody>
      </p:sp>
      <p:sp>
        <p:nvSpPr>
          <p:cNvPr id="7" name="Text 3"/>
          <p:cNvSpPr txBox="1"/>
          <p:nvPr/>
        </p:nvSpPr>
        <p:spPr>
          <a:xfrm>
            <a:off x="6035040" y="3383280"/>
            <a:ext cx="5333695" cy="914400"/>
          </a:xfrm>
          <a:prstGeom prst="rect">
            <a:avLst/>
          </a:prstGeom>
          <a:noFill/>
          <a:ln/>
        </p:spPr>
        <p:txBody>
          <a:bodyPr wrap="square" lIns="0" tIns="0" rIns="0" bIns="0" rtlCol="0" anchor="t"/>
          <a:lstStyle/>
          <a:p>
            <a:pPr rtl="1" algn="r" indent="0" marL="0">
              <a:buNone/>
            </a:pPr>
            <a:r>
              <a:rPr lang="he-IL" altLang="en-US" sz="3200" b="1" dirty="0">
                <a:solidFill>
                  <a:srgbClr val="D9B78C"/>
                </a:solidFill>
                <a:latin typeface="Arial" pitchFamily="34" charset="0"/>
                <a:ea typeface="Arial" pitchFamily="34" charset="-122"/>
                <a:cs typeface="Arial" pitchFamily="34" charset="-120"/>
              </a:rPr>
              <a:t>הדבר היחיד שעבר לי בראש היה…״</a:t>
            </a:r>
            <a:endParaRPr lang="he-IL" sz="3200" dirty="0"/>
          </a:p>
        </p:txBody>
      </p:sp>
      <p:sp>
        <p:nvSpPr>
          <p:cNvPr id="8" name="Text 4"/>
          <p:cNvSpPr txBox="1"/>
          <p:nvPr/>
        </p:nvSpPr>
        <p:spPr>
          <a:xfrm>
            <a:off x="6035040" y="4572000"/>
            <a:ext cx="5333695" cy="548640"/>
          </a:xfrm>
          <a:prstGeom prst="rect">
            <a:avLst/>
          </a:prstGeom>
          <a:noFill/>
          <a:ln/>
        </p:spPr>
        <p:txBody>
          <a:bodyPr wrap="square" lIns="0" tIns="0" rIns="0" bIns="0" rtlCol="0" anchor="t"/>
          <a:lstStyle/>
          <a:p>
            <a:pPr rtl="1" algn="r" indent="0" marL="0">
              <a:buNone/>
            </a:pPr>
            <a:r>
              <a:rPr lang="he-IL" altLang="en-US" sz="1400" i="1" dirty="0">
                <a:solidFill>
                  <a:srgbClr val="A7ADB8"/>
                </a:solidFill>
                <a:latin typeface="Arial" pitchFamily="34" charset="0"/>
                <a:ea typeface="Arial" pitchFamily="34" charset="-122"/>
                <a:cs typeface="Arial" pitchFamily="34" charset="-120"/>
              </a:rPr>
              <a:t>(כאן משלימים בעל פה – לא כותבים על השקף)</a:t>
            </a:r>
            <a:endParaRPr lang="he-IL" sz="1400" dirty="0"/>
          </a:p>
        </p:txBody>
      </p:sp>
      <p:sp>
        <p:nvSpPr>
          <p:cNvPr id="9" name="Text 5"/>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13</a:t>
            </a:r>
            <a:endParaRPr lang="he-IL"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9B78C"/>
        </a:solidFill>
      </p:bgPr>
    </p:bg>
    <p:spTree>
      <p:nvGrpSpPr>
        <p:cNvPr id="1" name=""/>
        <p:cNvGrpSpPr/>
        <p:nvPr/>
      </p:nvGrpSpPr>
      <p:grpSpPr>
        <a:xfrm>
          <a:off x="0" y="0"/>
          <a:ext cx="0" cy="0"/>
          <a:chOff x="0" y="0"/>
          <a:chExt cx="0" cy="0"/>
        </a:xfrm>
      </p:grpSpPr>
      <p:sp>
        <p:nvSpPr>
          <p:cNvPr id="2" name="Text 0"/>
          <p:cNvSpPr txBox="1"/>
          <p:nvPr/>
        </p:nvSpPr>
        <p:spPr>
          <a:xfrm>
            <a:off x="914400" y="1737360"/>
            <a:ext cx="10362895" cy="1097280"/>
          </a:xfrm>
          <a:prstGeom prst="rect">
            <a:avLst/>
          </a:prstGeom>
          <a:noFill/>
          <a:ln/>
        </p:spPr>
        <p:txBody>
          <a:bodyPr wrap="square" lIns="0" tIns="0" rIns="0" bIns="0" rtlCol="0" anchor="t"/>
          <a:lstStyle/>
          <a:p>
            <a:pPr rtl="1" algn="ctr" indent="0" marL="0">
              <a:buNone/>
            </a:pPr>
            <a:r>
              <a:rPr lang="he-IL" altLang="en-US" sz="6000" b="1" dirty="0">
                <a:solidFill>
                  <a:srgbClr val="0E1116"/>
                </a:solidFill>
                <a:latin typeface="Arial" pitchFamily="34" charset="0"/>
                <a:ea typeface="Arial" pitchFamily="34" charset="-122"/>
                <a:cs typeface="Arial" pitchFamily="34" charset="-120"/>
              </a:rPr>
              <a:t>האמת?</a:t>
            </a:r>
            <a:endParaRPr lang="he-IL" sz="6000" dirty="0"/>
          </a:p>
        </p:txBody>
      </p:sp>
      <p:sp>
        <p:nvSpPr>
          <p:cNvPr id="3" name="Text 1"/>
          <p:cNvSpPr txBox="1"/>
          <p:nvPr/>
        </p:nvSpPr>
        <p:spPr>
          <a:xfrm>
            <a:off x="914400" y="2926080"/>
            <a:ext cx="10362895" cy="1280160"/>
          </a:xfrm>
          <a:prstGeom prst="rect">
            <a:avLst/>
          </a:prstGeom>
          <a:noFill/>
          <a:ln/>
        </p:spPr>
        <p:txBody>
          <a:bodyPr wrap="square" lIns="0" tIns="0" rIns="0" bIns="0" rtlCol="0" anchor="t"/>
          <a:lstStyle/>
          <a:p>
            <a:pPr rtl="1" algn="ctr" indent="0" marL="0">
              <a:buNone/>
            </a:pPr>
            <a:r>
              <a:rPr lang="he-IL" altLang="en-US" sz="6400" b="1" dirty="0">
                <a:solidFill>
                  <a:srgbClr val="0E1116"/>
                </a:solidFill>
                <a:latin typeface="Arial" pitchFamily="34" charset="0"/>
                <a:ea typeface="Arial" pitchFamily="34" charset="-122"/>
                <a:cs typeface="Arial" pitchFamily="34" charset="-120"/>
              </a:rPr>
              <a:t>הקרב היה החלק הקל.</a:t>
            </a:r>
            <a:endParaRPr lang="he-IL" sz="6400" dirty="0"/>
          </a:p>
        </p:txBody>
      </p:sp>
      <p:sp>
        <p:nvSpPr>
          <p:cNvPr id="4" name="Text 2"/>
          <p:cNvSpPr txBox="1"/>
          <p:nvPr/>
        </p:nvSpPr>
        <p:spPr>
          <a:xfrm>
            <a:off x="914400" y="4480560"/>
            <a:ext cx="10362895" cy="548640"/>
          </a:xfrm>
          <a:prstGeom prst="rect">
            <a:avLst/>
          </a:prstGeom>
          <a:noFill/>
          <a:ln/>
        </p:spPr>
        <p:txBody>
          <a:bodyPr wrap="square" lIns="0" tIns="0" rIns="0" bIns="0" rtlCol="0" anchor="t"/>
          <a:lstStyle/>
          <a:p>
            <a:pPr rtl="1" algn="ctr" indent="0" marL="0">
              <a:buNone/>
            </a:pPr>
            <a:r>
              <a:rPr lang="he-IL" altLang="en-US" sz="1800" dirty="0">
                <a:solidFill>
                  <a:srgbClr val="5A4A30"/>
                </a:solidFill>
                <a:latin typeface="Arial" pitchFamily="34" charset="0"/>
                <a:ea typeface="Arial" pitchFamily="34" charset="-122"/>
                <a:cs typeface="Arial" pitchFamily="34" charset="-120"/>
              </a:rPr>
              <a:t>הקהל מצפה שהשיא היה 7 באוקטובר. הוא לא.</a:t>
            </a:r>
            <a:endParaRPr lang="he-IL"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822960" y="1280160"/>
            <a:ext cx="10545775" cy="1463040"/>
          </a:xfrm>
          <a:prstGeom prst="rect">
            <a:avLst/>
          </a:prstGeom>
          <a:noFill/>
          <a:ln/>
        </p:spPr>
        <p:txBody>
          <a:bodyPr wrap="square" lIns="0" tIns="0" rIns="0" bIns="0" rtlCol="0" anchor="t"/>
          <a:lstStyle/>
          <a:p>
            <a:pPr rtl="1" algn="r" indent="0" marL="0">
              <a:buNone/>
            </a:pPr>
            <a:r>
              <a:rPr lang="he-IL" altLang="en-US" sz="9600" b="1" dirty="0">
                <a:solidFill>
                  <a:srgbClr val="D9B78C"/>
                </a:solidFill>
                <a:latin typeface="Arial" pitchFamily="34" charset="0"/>
                <a:ea typeface="Arial" pitchFamily="34" charset="-122"/>
                <a:cs typeface="Arial" pitchFamily="34" charset="-120"/>
              </a:rPr>
              <a:t>04</a:t>
            </a:r>
            <a:endParaRPr lang="he-IL" sz="9600" dirty="0"/>
          </a:p>
        </p:txBody>
      </p:sp>
      <p:sp>
        <p:nvSpPr>
          <p:cNvPr id="3" name="Text 1"/>
          <p:cNvSpPr txBox="1"/>
          <p:nvPr/>
        </p:nvSpPr>
        <p:spPr>
          <a:xfrm>
            <a:off x="822960" y="2926080"/>
            <a:ext cx="10545775" cy="1097280"/>
          </a:xfrm>
          <a:prstGeom prst="rect">
            <a:avLst/>
          </a:prstGeom>
          <a:noFill/>
          <a:ln/>
        </p:spPr>
        <p:txBody>
          <a:bodyPr wrap="square" lIns="0" tIns="0" rIns="0" bIns="0" rtlCol="0" anchor="t"/>
          <a:lstStyle/>
          <a:p>
            <a:pPr rtl="1" algn="r" indent="0" marL="0">
              <a:buNone/>
            </a:pPr>
            <a:r>
              <a:rPr lang="he-IL" altLang="en-US" sz="4400" b="1" dirty="0">
                <a:solidFill>
                  <a:srgbClr val="FFFFFF"/>
                </a:solidFill>
                <a:latin typeface="Arial" pitchFamily="34" charset="0"/>
                <a:ea typeface="Arial" pitchFamily="34" charset="-122"/>
                <a:cs typeface="Arial" pitchFamily="34" charset="-120"/>
              </a:rPr>
              <a:t>ואז הכול נגמר</a:t>
            </a:r>
            <a:endParaRPr lang="he-IL" sz="4400" dirty="0"/>
          </a:p>
        </p:txBody>
      </p:sp>
      <p:sp>
        <p:nvSpPr>
          <p:cNvPr id="4" name="Text 2"/>
          <p:cNvSpPr txBox="1"/>
          <p:nvPr/>
        </p:nvSpPr>
        <p:spPr>
          <a:xfrm>
            <a:off x="822960" y="4206240"/>
            <a:ext cx="10545775" cy="1097280"/>
          </a:xfrm>
          <a:prstGeom prst="rect">
            <a:avLst/>
          </a:prstGeom>
          <a:noFill/>
          <a:ln/>
        </p:spPr>
        <p:txBody>
          <a:bodyPr wrap="square" lIns="0" tIns="0" rIns="0" bIns="0" rtlCol="0" anchor="t"/>
          <a:lstStyle/>
          <a:p>
            <a:pPr rtl="1" algn="r" indent="0" marL="0">
              <a:buNone/>
            </a:pPr>
            <a:r>
              <a:rPr lang="he-IL" altLang="en-US" sz="2000" dirty="0">
                <a:solidFill>
                  <a:srgbClr val="A7ADB8"/>
                </a:solidFill>
                <a:latin typeface="Arial" pitchFamily="34" charset="0"/>
                <a:ea typeface="Arial" pitchFamily="34" charset="-122"/>
                <a:cs typeface="Arial" pitchFamily="34" charset="-120"/>
              </a:rPr>
              <a:t>מה שמגיע אחרי הקרב.</a:t>
            </a:r>
            <a:endParaRPr lang="he-IL" sz="2000" dirty="0"/>
          </a:p>
        </p:txBody>
      </p:sp>
      <p:sp>
        <p:nvSpPr>
          <p:cNvPr id="5" name="Text 3"/>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15</a:t>
            </a:r>
            <a:endParaRPr lang="he-IL"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8938031" y="1463040"/>
            <a:ext cx="2430704" cy="3291840"/>
          </a:xfrm>
          <a:prstGeom prst="roundRect">
            <a:avLst>
              <a:gd name="adj" fmla="val 4514"/>
            </a:avLst>
          </a:prstGeom>
          <a:solidFill>
            <a:srgbClr val="171C24"/>
          </a:solidFill>
          <a:ln w="9525">
            <a:solidFill>
              <a:srgbClr val="2A313C"/>
            </a:solidFill>
            <a:prstDash val="solid"/>
          </a:ln>
        </p:spPr>
      </p:sp>
      <p:sp>
        <p:nvSpPr>
          <p:cNvPr id="3" name="Text 1"/>
          <p:cNvSpPr txBox="1"/>
          <p:nvPr/>
        </p:nvSpPr>
        <p:spPr>
          <a:xfrm>
            <a:off x="9120911" y="1828800"/>
            <a:ext cx="2064944" cy="1463040"/>
          </a:xfrm>
          <a:prstGeom prst="rect">
            <a:avLst/>
          </a:prstGeom>
          <a:noFill/>
          <a:ln/>
        </p:spPr>
        <p:txBody>
          <a:bodyPr wrap="square" lIns="0" tIns="0" rIns="0" bIns="0" rtlCol="0" anchor="ctr"/>
          <a:lstStyle/>
          <a:p>
            <a:pPr rtl="1" algn="ctr" indent="0" marL="0">
              <a:buNone/>
            </a:pPr>
            <a:r>
              <a:rPr lang="he-IL" altLang="en-US" sz="6400" b="1" dirty="0">
                <a:solidFill>
                  <a:srgbClr val="D9B78C"/>
                </a:solidFill>
                <a:latin typeface="Arial" pitchFamily="34" charset="0"/>
                <a:ea typeface="Arial" pitchFamily="34" charset="-122"/>
                <a:cs typeface="Arial" pitchFamily="34" charset="-120"/>
              </a:rPr>
              <a:t>19</a:t>
            </a:r>
            <a:endParaRPr lang="he-IL" sz="6400" dirty="0"/>
          </a:p>
        </p:txBody>
      </p:sp>
      <p:sp>
        <p:nvSpPr>
          <p:cNvPr id="4" name="Text 2"/>
          <p:cNvSpPr txBox="1"/>
          <p:nvPr/>
        </p:nvSpPr>
        <p:spPr>
          <a:xfrm>
            <a:off x="9212351" y="3383280"/>
            <a:ext cx="1882064" cy="1097280"/>
          </a:xfrm>
          <a:prstGeom prst="rect">
            <a:avLst/>
          </a:prstGeom>
          <a:noFill/>
          <a:ln/>
        </p:spPr>
        <p:txBody>
          <a:bodyPr wrap="square" lIns="0" tIns="0" rIns="0" bIns="0" rtlCol="0" anchor="t"/>
          <a:lstStyle/>
          <a:p>
            <a:pPr rtl="1" algn="ctr" indent="0" marL="0">
              <a:buNone/>
            </a:pPr>
            <a:r>
              <a:rPr lang="he-IL" altLang="en-US" sz="1600" dirty="0">
                <a:solidFill>
                  <a:srgbClr val="FFFFFF"/>
                </a:solidFill>
                <a:latin typeface="Arial" pitchFamily="34" charset="0"/>
                <a:ea typeface="Arial" pitchFamily="34" charset="-122"/>
                <a:cs typeface="Arial" pitchFamily="34" charset="-120"/>
              </a:rPr>
              <a:t>חברים ויותר שאיבדתי באותו יום</a:t>
            </a:r>
            <a:endParaRPr lang="he-IL" sz="1600" dirty="0"/>
          </a:p>
        </p:txBody>
      </p:sp>
      <p:sp>
        <p:nvSpPr>
          <p:cNvPr id="5" name="Shape 3"/>
          <p:cNvSpPr/>
          <p:nvPr/>
        </p:nvSpPr>
        <p:spPr>
          <a:xfrm>
            <a:off x="6233008" y="1463040"/>
            <a:ext cx="2430704" cy="3291840"/>
          </a:xfrm>
          <a:prstGeom prst="roundRect">
            <a:avLst>
              <a:gd name="adj" fmla="val 4514"/>
            </a:avLst>
          </a:prstGeom>
          <a:solidFill>
            <a:srgbClr val="171C24"/>
          </a:solidFill>
          <a:ln w="9525">
            <a:solidFill>
              <a:srgbClr val="2A313C"/>
            </a:solidFill>
            <a:prstDash val="solid"/>
          </a:ln>
        </p:spPr>
      </p:sp>
      <p:sp>
        <p:nvSpPr>
          <p:cNvPr id="6" name="Text 4"/>
          <p:cNvSpPr txBox="1"/>
          <p:nvPr/>
        </p:nvSpPr>
        <p:spPr>
          <a:xfrm>
            <a:off x="6415888" y="1828800"/>
            <a:ext cx="2064944" cy="1463040"/>
          </a:xfrm>
          <a:prstGeom prst="rect">
            <a:avLst/>
          </a:prstGeom>
          <a:noFill/>
          <a:ln/>
        </p:spPr>
        <p:txBody>
          <a:bodyPr wrap="square" lIns="0" tIns="0" rIns="0" bIns="0" rtlCol="0" anchor="ctr"/>
          <a:lstStyle/>
          <a:p>
            <a:pPr rtl="1" algn="ctr" indent="0" marL="0">
              <a:buNone/>
            </a:pPr>
            <a:r>
              <a:rPr lang="he-IL" altLang="en-US" sz="6400" b="1" dirty="0">
                <a:solidFill>
                  <a:srgbClr val="D9B78C"/>
                </a:solidFill>
                <a:latin typeface="Arial" pitchFamily="34" charset="0"/>
                <a:ea typeface="Arial" pitchFamily="34" charset="-122"/>
                <a:cs typeface="Arial" pitchFamily="34" charset="-120"/>
              </a:rPr>
              <a:t>10</a:t>
            </a:r>
            <a:endParaRPr lang="he-IL" sz="6400" dirty="0"/>
          </a:p>
        </p:txBody>
      </p:sp>
      <p:sp>
        <p:nvSpPr>
          <p:cNvPr id="7" name="Text 5"/>
          <p:cNvSpPr txBox="1"/>
          <p:nvPr/>
        </p:nvSpPr>
        <p:spPr>
          <a:xfrm>
            <a:off x="6507328" y="3383280"/>
            <a:ext cx="1882064" cy="1097280"/>
          </a:xfrm>
          <a:prstGeom prst="rect">
            <a:avLst/>
          </a:prstGeom>
          <a:noFill/>
          <a:ln/>
        </p:spPr>
        <p:txBody>
          <a:bodyPr wrap="square" lIns="0" tIns="0" rIns="0" bIns="0" rtlCol="0" anchor="t"/>
          <a:lstStyle/>
          <a:p>
            <a:pPr rtl="1" algn="ctr" indent="0" marL="0">
              <a:buNone/>
            </a:pPr>
            <a:r>
              <a:rPr lang="he-IL" altLang="en-US" sz="1600" dirty="0">
                <a:solidFill>
                  <a:srgbClr val="FFFFFF"/>
                </a:solidFill>
                <a:latin typeface="Arial" pitchFamily="34" charset="0"/>
                <a:ea typeface="Arial" pitchFamily="34" charset="-122"/>
                <a:cs typeface="Arial" pitchFamily="34" charset="-120"/>
              </a:rPr>
              <a:t>חברים נוספים, כמעט, במהלך המלחמה</a:t>
            </a:r>
            <a:endParaRPr lang="he-IL" sz="1600" dirty="0"/>
          </a:p>
        </p:txBody>
      </p:sp>
      <p:sp>
        <p:nvSpPr>
          <p:cNvPr id="8" name="Shape 6"/>
          <p:cNvSpPr/>
          <p:nvPr/>
        </p:nvSpPr>
        <p:spPr>
          <a:xfrm>
            <a:off x="3527984" y="1463040"/>
            <a:ext cx="2430704" cy="3291840"/>
          </a:xfrm>
          <a:prstGeom prst="roundRect">
            <a:avLst>
              <a:gd name="adj" fmla="val 4514"/>
            </a:avLst>
          </a:prstGeom>
          <a:solidFill>
            <a:srgbClr val="171C24"/>
          </a:solidFill>
          <a:ln w="9525">
            <a:solidFill>
              <a:srgbClr val="2A313C"/>
            </a:solidFill>
            <a:prstDash val="solid"/>
          </a:ln>
        </p:spPr>
      </p:sp>
      <p:sp>
        <p:nvSpPr>
          <p:cNvPr id="9" name="Text 7"/>
          <p:cNvSpPr txBox="1"/>
          <p:nvPr/>
        </p:nvSpPr>
        <p:spPr>
          <a:xfrm>
            <a:off x="3710864" y="1828800"/>
            <a:ext cx="2064944" cy="1463040"/>
          </a:xfrm>
          <a:prstGeom prst="rect">
            <a:avLst/>
          </a:prstGeom>
          <a:noFill/>
          <a:ln/>
        </p:spPr>
        <p:txBody>
          <a:bodyPr wrap="square" lIns="0" tIns="0" rIns="0" bIns="0" rtlCol="0" anchor="ctr"/>
          <a:lstStyle/>
          <a:p>
            <a:pPr rtl="1" algn="ctr" indent="0" marL="0">
              <a:buNone/>
            </a:pPr>
            <a:r>
              <a:rPr lang="he-IL" altLang="en-US" sz="6400" b="1" dirty="0">
                <a:solidFill>
                  <a:srgbClr val="D9B78C"/>
                </a:solidFill>
                <a:latin typeface="Arial" pitchFamily="34" charset="0"/>
                <a:ea typeface="Arial" pitchFamily="34" charset="-122"/>
                <a:cs typeface="Arial" pitchFamily="34" charset="-120"/>
              </a:rPr>
              <a:t>3</a:t>
            </a:r>
            <a:endParaRPr lang="he-IL" sz="6400" dirty="0"/>
          </a:p>
        </p:txBody>
      </p:sp>
      <p:sp>
        <p:nvSpPr>
          <p:cNvPr id="10" name="Text 8"/>
          <p:cNvSpPr txBox="1"/>
          <p:nvPr/>
        </p:nvSpPr>
        <p:spPr>
          <a:xfrm>
            <a:off x="3802304" y="3383280"/>
            <a:ext cx="1882064" cy="1097280"/>
          </a:xfrm>
          <a:prstGeom prst="rect">
            <a:avLst/>
          </a:prstGeom>
          <a:noFill/>
          <a:ln/>
        </p:spPr>
        <p:txBody>
          <a:bodyPr wrap="square" lIns="0" tIns="0" rIns="0" bIns="0" rtlCol="0" anchor="t"/>
          <a:lstStyle/>
          <a:p>
            <a:pPr rtl="1" algn="ctr" indent="0" marL="0">
              <a:buNone/>
            </a:pPr>
            <a:r>
              <a:rPr lang="he-IL" altLang="en-US" sz="1600" dirty="0">
                <a:solidFill>
                  <a:srgbClr val="FFFFFF"/>
                </a:solidFill>
                <a:latin typeface="Arial" pitchFamily="34" charset="0"/>
                <a:ea typeface="Arial" pitchFamily="34" charset="-122"/>
                <a:cs typeface="Arial" pitchFamily="34" charset="-120"/>
              </a:rPr>
              <a:t>חודשי אשפוז בתל השומר</a:t>
            </a:r>
            <a:endParaRPr lang="he-IL" sz="1600" dirty="0"/>
          </a:p>
        </p:txBody>
      </p:sp>
      <p:sp>
        <p:nvSpPr>
          <p:cNvPr id="11" name="Shape 9"/>
          <p:cNvSpPr/>
          <p:nvPr/>
        </p:nvSpPr>
        <p:spPr>
          <a:xfrm>
            <a:off x="822960" y="1463040"/>
            <a:ext cx="2430704" cy="3291840"/>
          </a:xfrm>
          <a:prstGeom prst="roundRect">
            <a:avLst>
              <a:gd name="adj" fmla="val 4514"/>
            </a:avLst>
          </a:prstGeom>
          <a:solidFill>
            <a:srgbClr val="171C24"/>
          </a:solidFill>
          <a:ln w="9525">
            <a:solidFill>
              <a:srgbClr val="2A313C"/>
            </a:solidFill>
            <a:prstDash val="solid"/>
          </a:ln>
        </p:spPr>
      </p:sp>
      <p:sp>
        <p:nvSpPr>
          <p:cNvPr id="12" name="Text 10"/>
          <p:cNvSpPr txBox="1"/>
          <p:nvPr/>
        </p:nvSpPr>
        <p:spPr>
          <a:xfrm>
            <a:off x="1005840" y="1828800"/>
            <a:ext cx="2064944" cy="1463040"/>
          </a:xfrm>
          <a:prstGeom prst="rect">
            <a:avLst/>
          </a:prstGeom>
          <a:noFill/>
          <a:ln/>
        </p:spPr>
        <p:txBody>
          <a:bodyPr wrap="square" lIns="0" tIns="0" rIns="0" bIns="0" rtlCol="0" anchor="ctr"/>
          <a:lstStyle/>
          <a:p>
            <a:pPr rtl="1" algn="ctr" indent="0" marL="0">
              <a:buNone/>
            </a:pPr>
            <a:r>
              <a:rPr lang="he-IL" altLang="en-US" sz="6400" b="1" dirty="0">
                <a:solidFill>
                  <a:srgbClr val="D9B78C"/>
                </a:solidFill>
                <a:latin typeface="Arial" pitchFamily="34" charset="0"/>
                <a:ea typeface="Arial" pitchFamily="34" charset="-122"/>
                <a:cs typeface="Arial" pitchFamily="34" charset="-120"/>
              </a:rPr>
              <a:t>0</a:t>
            </a:r>
            <a:endParaRPr lang="he-IL" sz="6400" dirty="0"/>
          </a:p>
        </p:txBody>
      </p:sp>
      <p:sp>
        <p:nvSpPr>
          <p:cNvPr id="13" name="Text 11"/>
          <p:cNvSpPr txBox="1"/>
          <p:nvPr/>
        </p:nvSpPr>
        <p:spPr>
          <a:xfrm>
            <a:off x="1097280" y="3383280"/>
            <a:ext cx="1882064" cy="1097280"/>
          </a:xfrm>
          <a:prstGeom prst="rect">
            <a:avLst/>
          </a:prstGeom>
          <a:noFill/>
          <a:ln/>
        </p:spPr>
        <p:txBody>
          <a:bodyPr wrap="square" lIns="0" tIns="0" rIns="0" bIns="0" rtlCol="0" anchor="t"/>
          <a:lstStyle/>
          <a:p>
            <a:pPr rtl="1" algn="ctr" indent="0" marL="0">
              <a:buNone/>
            </a:pPr>
            <a:r>
              <a:rPr lang="he-IL" altLang="en-US" sz="1600" dirty="0">
                <a:solidFill>
                  <a:srgbClr val="FFFFFF"/>
                </a:solidFill>
                <a:latin typeface="Arial" pitchFamily="34" charset="0"/>
                <a:ea typeface="Arial" pitchFamily="34" charset="-122"/>
                <a:cs typeface="Arial" pitchFamily="34" charset="-120"/>
              </a:rPr>
              <a:t>משככי כאבים</a:t>
            </a:r>
            <a:endParaRPr lang="he-IL" sz="1600" dirty="0"/>
          </a:p>
        </p:txBody>
      </p:sp>
      <p:sp>
        <p:nvSpPr>
          <p:cNvPr id="14" name="Text 12"/>
          <p:cNvSpPr txBox="1"/>
          <p:nvPr/>
        </p:nvSpPr>
        <p:spPr>
          <a:xfrm>
            <a:off x="822960" y="5120640"/>
            <a:ext cx="10545775" cy="822960"/>
          </a:xfrm>
          <a:prstGeom prst="rect">
            <a:avLst/>
          </a:prstGeom>
          <a:noFill/>
          <a:ln/>
        </p:spPr>
        <p:txBody>
          <a:bodyPr wrap="square" lIns="0" tIns="0" rIns="0" bIns="0" rtlCol="0" anchor="t"/>
          <a:lstStyle/>
          <a:p>
            <a:pPr rtl="1" algn="ctr" indent="0" marL="0">
              <a:buNone/>
            </a:pPr>
            <a:r>
              <a:rPr lang="he-IL" altLang="en-US" sz="1800" dirty="0">
                <a:solidFill>
                  <a:srgbClr val="A7ADB8"/>
                </a:solidFill>
                <a:latin typeface="Arial" pitchFamily="34" charset="0"/>
                <a:ea typeface="Arial" pitchFamily="34" charset="-122"/>
                <a:cs typeface="Arial" pitchFamily="34" charset="-120"/>
              </a:rPr>
              <a:t>הדבר הכי קשה אחרי השביעי: לא הפציעה. האובדן. הדברים שהם לא יספיקו לעשות, והמשפחות השכולות.</a:t>
            </a:r>
            <a:endParaRPr lang="he-IL" sz="1800" dirty="0"/>
          </a:p>
        </p:txBody>
      </p:sp>
      <p:sp>
        <p:nvSpPr>
          <p:cNvPr id="15" name="Text 13"/>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16</a:t>
            </a:r>
            <a:endParaRPr lang="he-IL"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3EE"/>
        </a:solidFill>
      </p:bgPr>
    </p:bg>
    <p:spTree>
      <p:nvGrpSpPr>
        <p:cNvPr id="1" name=""/>
        <p:cNvGrpSpPr/>
        <p:nvPr/>
      </p:nvGrpSpPr>
      <p:grpSpPr>
        <a:xfrm>
          <a:off x="0" y="0"/>
          <a:ext cx="0" cy="0"/>
          <a:chOff x="0" y="0"/>
          <a:chExt cx="0" cy="0"/>
        </a:xfrm>
      </p:grpSpPr>
      <p:sp>
        <p:nvSpPr>
          <p:cNvPr id="2" name="Text 0"/>
          <p:cNvSpPr txBox="1"/>
          <p:nvPr/>
        </p:nvSpPr>
        <p:spPr>
          <a:xfrm>
            <a:off x="822960" y="548640"/>
            <a:ext cx="10545775" cy="914400"/>
          </a:xfrm>
          <a:prstGeom prst="rect">
            <a:avLst/>
          </a:prstGeom>
          <a:noFill/>
          <a:ln/>
        </p:spPr>
        <p:txBody>
          <a:bodyPr wrap="square" lIns="0" tIns="0" rIns="0" bIns="0" rtlCol="0" anchor="t"/>
          <a:lstStyle/>
          <a:p>
            <a:pPr rtl="1" algn="r" indent="0" marL="0">
              <a:buNone/>
            </a:pPr>
            <a:r>
              <a:rPr lang="he-IL" altLang="en-US" sz="3600" b="1" dirty="0">
                <a:solidFill>
                  <a:srgbClr val="1C1F26"/>
                </a:solidFill>
                <a:latin typeface="Arial" pitchFamily="34" charset="0"/>
                <a:ea typeface="Arial" pitchFamily="34" charset="-122"/>
                <a:cs typeface="Arial" pitchFamily="34" charset="-120"/>
              </a:rPr>
              <a:t>מה שאף אחד לא מכין אותך אליו</a:t>
            </a:r>
            <a:endParaRPr lang="he-IL" sz="3600" dirty="0"/>
          </a:p>
        </p:txBody>
      </p:sp>
      <p:sp>
        <p:nvSpPr>
          <p:cNvPr id="3" name="Shape 1"/>
          <p:cNvSpPr/>
          <p:nvPr/>
        </p:nvSpPr>
        <p:spPr>
          <a:xfrm>
            <a:off x="822960" y="1645920"/>
            <a:ext cx="3291840" cy="4480560"/>
          </a:xfrm>
          <a:prstGeom prst="roundRect">
            <a:avLst>
              <a:gd name="adj" fmla="val 4167"/>
            </a:avLst>
          </a:prstGeom>
          <a:solidFill>
            <a:srgbClr val="ECE7DF"/>
          </a:solidFill>
          <a:ln w="15875">
            <a:solidFill>
              <a:srgbClr val="C9C2B6"/>
            </a:solidFill>
            <a:prstDash val="dash"/>
          </a:ln>
        </p:spPr>
      </p:sp>
      <p:pic>
        <p:nvPicPr>
          <p:cNvPr id="4" name="Image 0" descr="preencoded.png">    </p:cNvPr>
          <p:cNvPicPr>
            <a:picLocks noChangeAspect="1"/>
          </p:cNvPicPr>
          <p:nvPr/>
        </p:nvPicPr>
        <p:blipFill>
          <a:blip r:embed="rId1"/>
          <a:stretch>
            <a:fillRect/>
          </a:stretch>
        </p:blipFill>
        <p:spPr>
          <a:xfrm>
            <a:off x="2194560" y="3291840"/>
            <a:ext cx="548640" cy="548640"/>
          </a:xfrm>
          <a:prstGeom prst="rect">
            <a:avLst/>
          </a:prstGeom>
        </p:spPr>
      </p:pic>
      <p:sp>
        <p:nvSpPr>
          <p:cNvPr id="5" name="Text 2"/>
          <p:cNvSpPr txBox="1"/>
          <p:nvPr/>
        </p:nvSpPr>
        <p:spPr>
          <a:xfrm>
            <a:off x="1097280" y="4114800"/>
            <a:ext cx="2743200" cy="640080"/>
          </a:xfrm>
          <a:prstGeom prst="rect">
            <a:avLst/>
          </a:prstGeom>
          <a:noFill/>
          <a:ln/>
        </p:spPr>
        <p:txBody>
          <a:bodyPr wrap="square" lIns="0" tIns="0" rIns="0" bIns="0" rtlCol="0" anchor="t"/>
          <a:lstStyle/>
          <a:p>
            <a:pPr rtl="1" algn="ctr" indent="0" marL="0">
              <a:buNone/>
            </a:pPr>
            <a:r>
              <a:rPr lang="he-IL" altLang="en-US" sz="1200" dirty="0">
                <a:solidFill>
                  <a:srgbClr val="6B7280"/>
                </a:solidFill>
                <a:latin typeface="Arial" pitchFamily="34" charset="0"/>
                <a:ea typeface="Arial" pitchFamily="34" charset="-122"/>
                <a:cs typeface="Arial" pitchFamily="34" charset="-120"/>
              </a:rPr>
              <a:t>תמונה: מהשיקום בתל השומר</a:t>
            </a:r>
            <a:endParaRPr lang="he-IL" sz="1200" dirty="0"/>
          </a:p>
        </p:txBody>
      </p:sp>
      <p:sp>
        <p:nvSpPr>
          <p:cNvPr id="6" name="Shape 3"/>
          <p:cNvSpPr/>
          <p:nvPr/>
        </p:nvSpPr>
        <p:spPr>
          <a:xfrm>
            <a:off x="10728655" y="1645920"/>
            <a:ext cx="640080" cy="640080"/>
          </a:xfrm>
          <a:prstGeom prst="ellipse">
            <a:avLst/>
          </a:prstGeom>
          <a:solidFill>
            <a:srgbClr val="D9B78C"/>
          </a:solidFill>
          <a:ln w="12700">
            <a:solidFill>
              <a:srgbClr val="D9B78C"/>
            </a:solidFill>
            <a:prstDash val="solid"/>
          </a:ln>
        </p:spPr>
      </p:sp>
      <p:pic>
        <p:nvPicPr>
          <p:cNvPr id="7" name="Image 1" descr="preencoded.png">    </p:cNvPr>
          <p:cNvPicPr>
            <a:picLocks noChangeAspect="1"/>
          </p:cNvPicPr>
          <p:nvPr/>
        </p:nvPicPr>
        <p:blipFill>
          <a:blip r:embed="rId2"/>
          <a:stretch>
            <a:fillRect/>
          </a:stretch>
        </p:blipFill>
        <p:spPr>
          <a:xfrm>
            <a:off x="10884103" y="1801368"/>
            <a:ext cx="329184" cy="329184"/>
          </a:xfrm>
          <a:prstGeom prst="rect">
            <a:avLst/>
          </a:prstGeom>
        </p:spPr>
      </p:pic>
      <p:sp>
        <p:nvSpPr>
          <p:cNvPr id="8" name="Text 4"/>
          <p:cNvSpPr txBox="1"/>
          <p:nvPr/>
        </p:nvSpPr>
        <p:spPr>
          <a:xfrm>
            <a:off x="4480560" y="1645920"/>
            <a:ext cx="6019495" cy="365760"/>
          </a:xfrm>
          <a:prstGeom prst="rect">
            <a:avLst/>
          </a:prstGeom>
          <a:noFill/>
          <a:ln/>
        </p:spPr>
        <p:txBody>
          <a:bodyPr wrap="square" lIns="0" tIns="0" rIns="0" bIns="0" rtlCol="0" anchor="t"/>
          <a:lstStyle/>
          <a:p>
            <a:pPr rtl="1" algn="r" indent="0" marL="0">
              <a:buNone/>
            </a:pPr>
            <a:r>
              <a:rPr lang="he-IL" altLang="en-US" sz="1900" b="1" dirty="0">
                <a:solidFill>
                  <a:srgbClr val="1C1F26"/>
                </a:solidFill>
                <a:latin typeface="Arial" pitchFamily="34" charset="0"/>
                <a:ea typeface="Arial" pitchFamily="34" charset="-122"/>
                <a:cs typeface="Arial" pitchFamily="34" charset="-120"/>
              </a:rPr>
              <a:t>הפציעה</a:t>
            </a:r>
            <a:endParaRPr lang="he-IL" sz="1900" dirty="0"/>
          </a:p>
        </p:txBody>
      </p:sp>
      <p:sp>
        <p:nvSpPr>
          <p:cNvPr id="9" name="Text 5"/>
          <p:cNvSpPr txBox="1"/>
          <p:nvPr/>
        </p:nvSpPr>
        <p:spPr>
          <a:xfrm>
            <a:off x="4480560" y="2029968"/>
            <a:ext cx="6019495" cy="731520"/>
          </a:xfrm>
          <a:prstGeom prst="rect">
            <a:avLst/>
          </a:prstGeom>
          <a:noFill/>
          <a:ln/>
        </p:spPr>
        <p:txBody>
          <a:bodyPr wrap="square" lIns="0" tIns="0" rIns="0" bIns="0" rtlCol="0" anchor="t"/>
          <a:lstStyle/>
          <a:p>
            <a:pPr rtl="1" algn="r" indent="0" marL="0">
              <a:buNone/>
            </a:pPr>
            <a:r>
              <a:rPr lang="he-IL" altLang="en-US" sz="1350" dirty="0">
                <a:solidFill>
                  <a:srgbClr val="6B7280"/>
                </a:solidFill>
                <a:latin typeface="Arial" pitchFamily="34" charset="0"/>
                <a:ea typeface="Arial" pitchFamily="34" charset="-122"/>
                <a:cs typeface="Arial" pitchFamily="34" charset="-120"/>
              </a:rPr>
              <a:t>נפצעתי ביד מהחוסם עורקים, ובעין מרסיס.</a:t>
            </a:r>
            <a:endParaRPr lang="he-IL" sz="1350" dirty="0"/>
          </a:p>
        </p:txBody>
      </p:sp>
      <p:sp>
        <p:nvSpPr>
          <p:cNvPr id="10" name="Shape 6"/>
          <p:cNvSpPr/>
          <p:nvPr/>
        </p:nvSpPr>
        <p:spPr>
          <a:xfrm>
            <a:off x="10728655" y="2788920"/>
            <a:ext cx="640080" cy="640080"/>
          </a:xfrm>
          <a:prstGeom prst="ellipse">
            <a:avLst/>
          </a:prstGeom>
          <a:solidFill>
            <a:srgbClr val="D9B78C"/>
          </a:solidFill>
          <a:ln w="12700">
            <a:solidFill>
              <a:srgbClr val="D9B78C"/>
            </a:solidFill>
            <a:prstDash val="solid"/>
          </a:ln>
        </p:spPr>
      </p:sp>
      <p:pic>
        <p:nvPicPr>
          <p:cNvPr id="11" name="Image 2" descr="preencoded.png">    </p:cNvPr>
          <p:cNvPicPr>
            <a:picLocks noChangeAspect="1"/>
          </p:cNvPicPr>
          <p:nvPr/>
        </p:nvPicPr>
        <p:blipFill>
          <a:blip r:embed="rId3"/>
          <a:stretch>
            <a:fillRect/>
          </a:stretch>
        </p:blipFill>
        <p:spPr>
          <a:xfrm>
            <a:off x="10884103" y="2944368"/>
            <a:ext cx="329184" cy="329184"/>
          </a:xfrm>
          <a:prstGeom prst="rect">
            <a:avLst/>
          </a:prstGeom>
        </p:spPr>
      </p:pic>
      <p:sp>
        <p:nvSpPr>
          <p:cNvPr id="12" name="Text 7"/>
          <p:cNvSpPr txBox="1"/>
          <p:nvPr/>
        </p:nvSpPr>
        <p:spPr>
          <a:xfrm>
            <a:off x="4480560" y="2788920"/>
            <a:ext cx="6019495" cy="365760"/>
          </a:xfrm>
          <a:prstGeom prst="rect">
            <a:avLst/>
          </a:prstGeom>
          <a:noFill/>
          <a:ln/>
        </p:spPr>
        <p:txBody>
          <a:bodyPr wrap="square" lIns="0" tIns="0" rIns="0" bIns="0" rtlCol="0" anchor="t"/>
          <a:lstStyle/>
          <a:p>
            <a:pPr rtl="1" algn="r" indent="0" marL="0">
              <a:buNone/>
            </a:pPr>
            <a:r>
              <a:rPr lang="he-IL" altLang="en-US" sz="1900" b="1" dirty="0">
                <a:solidFill>
                  <a:srgbClr val="1C1F26"/>
                </a:solidFill>
                <a:latin typeface="Arial" pitchFamily="34" charset="0"/>
                <a:ea typeface="Arial" pitchFamily="34" charset="-122"/>
                <a:cs typeface="Arial" pitchFamily="34" charset="-120"/>
              </a:rPr>
              <a:t>השיקום</a:t>
            </a:r>
            <a:endParaRPr lang="he-IL" sz="1900" dirty="0"/>
          </a:p>
        </p:txBody>
      </p:sp>
      <p:sp>
        <p:nvSpPr>
          <p:cNvPr id="13" name="Text 8"/>
          <p:cNvSpPr txBox="1"/>
          <p:nvPr/>
        </p:nvSpPr>
        <p:spPr>
          <a:xfrm>
            <a:off x="4480560" y="3172968"/>
            <a:ext cx="6019495" cy="731520"/>
          </a:xfrm>
          <a:prstGeom prst="rect">
            <a:avLst/>
          </a:prstGeom>
          <a:noFill/>
          <a:ln/>
        </p:spPr>
        <p:txBody>
          <a:bodyPr wrap="square" lIns="0" tIns="0" rIns="0" bIns="0" rtlCol="0" anchor="t"/>
          <a:lstStyle/>
          <a:p>
            <a:pPr rtl="1" algn="r" indent="0" marL="0">
              <a:buNone/>
            </a:pPr>
            <a:r>
              <a:rPr lang="he-IL" altLang="en-US" sz="1350" dirty="0">
                <a:solidFill>
                  <a:srgbClr val="6B7280"/>
                </a:solidFill>
                <a:latin typeface="Arial" pitchFamily="34" charset="0"/>
                <a:ea typeface="Arial" pitchFamily="34" charset="-122"/>
                <a:cs typeface="Arial" pitchFamily="34" charset="-120"/>
              </a:rPr>
              <a:t>ארוך ומתיש. הייתי לבד רוב הזמן. שלושה חודשים בתל השומר – בלי משככי כאבים.</a:t>
            </a:r>
            <a:endParaRPr lang="he-IL" sz="1350" dirty="0"/>
          </a:p>
        </p:txBody>
      </p:sp>
      <p:sp>
        <p:nvSpPr>
          <p:cNvPr id="14" name="Shape 9"/>
          <p:cNvSpPr/>
          <p:nvPr/>
        </p:nvSpPr>
        <p:spPr>
          <a:xfrm>
            <a:off x="10728655" y="3931920"/>
            <a:ext cx="640080" cy="640080"/>
          </a:xfrm>
          <a:prstGeom prst="ellipse">
            <a:avLst/>
          </a:prstGeom>
          <a:solidFill>
            <a:srgbClr val="D9B78C"/>
          </a:solidFill>
          <a:ln w="12700">
            <a:solidFill>
              <a:srgbClr val="D9B78C"/>
            </a:solidFill>
            <a:prstDash val="solid"/>
          </a:ln>
        </p:spPr>
      </p:sp>
      <p:pic>
        <p:nvPicPr>
          <p:cNvPr id="15" name="Image 3" descr="preencoded.png">    </p:cNvPr>
          <p:cNvPicPr>
            <a:picLocks noChangeAspect="1"/>
          </p:cNvPicPr>
          <p:nvPr/>
        </p:nvPicPr>
        <p:blipFill>
          <a:blip r:embed="rId4"/>
          <a:stretch>
            <a:fillRect/>
          </a:stretch>
        </p:blipFill>
        <p:spPr>
          <a:xfrm>
            <a:off x="10884103" y="4087368"/>
            <a:ext cx="329184" cy="329184"/>
          </a:xfrm>
          <a:prstGeom prst="rect">
            <a:avLst/>
          </a:prstGeom>
        </p:spPr>
      </p:pic>
      <p:sp>
        <p:nvSpPr>
          <p:cNvPr id="16" name="Text 10"/>
          <p:cNvSpPr txBox="1"/>
          <p:nvPr/>
        </p:nvSpPr>
        <p:spPr>
          <a:xfrm>
            <a:off x="4480560" y="3931920"/>
            <a:ext cx="6019495" cy="365760"/>
          </a:xfrm>
          <a:prstGeom prst="rect">
            <a:avLst/>
          </a:prstGeom>
          <a:noFill/>
          <a:ln/>
        </p:spPr>
        <p:txBody>
          <a:bodyPr wrap="square" lIns="0" tIns="0" rIns="0" bIns="0" rtlCol="0" anchor="t"/>
          <a:lstStyle/>
          <a:p>
            <a:pPr rtl="1" algn="r" indent="0" marL="0">
              <a:buNone/>
            </a:pPr>
            <a:r>
              <a:rPr lang="he-IL" altLang="en-US" sz="1900" b="1" dirty="0">
                <a:solidFill>
                  <a:srgbClr val="1C1F26"/>
                </a:solidFill>
                <a:latin typeface="Arial" pitchFamily="34" charset="0"/>
                <a:ea typeface="Arial" pitchFamily="34" charset="-122"/>
                <a:cs typeface="Arial" pitchFamily="34" charset="-120"/>
              </a:rPr>
              <a:t>האובדן</a:t>
            </a:r>
            <a:endParaRPr lang="he-IL" sz="1900" dirty="0"/>
          </a:p>
        </p:txBody>
      </p:sp>
      <p:sp>
        <p:nvSpPr>
          <p:cNvPr id="17" name="Text 11"/>
          <p:cNvSpPr txBox="1"/>
          <p:nvPr/>
        </p:nvSpPr>
        <p:spPr>
          <a:xfrm>
            <a:off x="4480560" y="4315968"/>
            <a:ext cx="6019495" cy="731520"/>
          </a:xfrm>
          <a:prstGeom prst="rect">
            <a:avLst/>
          </a:prstGeom>
          <a:noFill/>
          <a:ln/>
        </p:spPr>
        <p:txBody>
          <a:bodyPr wrap="square" lIns="0" tIns="0" rIns="0" bIns="0" rtlCol="0" anchor="t"/>
          <a:lstStyle/>
          <a:p>
            <a:pPr rtl="1" algn="r" indent="0" marL="0">
              <a:buNone/>
            </a:pPr>
            <a:r>
              <a:rPr lang="he-IL" altLang="en-US" sz="1350" dirty="0">
                <a:solidFill>
                  <a:srgbClr val="6B7280"/>
                </a:solidFill>
                <a:latin typeface="Arial" pitchFamily="34" charset="0"/>
                <a:ea typeface="Arial" pitchFamily="34" charset="-122"/>
                <a:cs typeface="Arial" pitchFamily="34" charset="-120"/>
              </a:rPr>
              <a:t>מעל 19 חברים באותו יום, ועוד כמעט עשרה במהלך המלחמה.</a:t>
            </a:r>
            <a:endParaRPr lang="he-IL" sz="1350" dirty="0"/>
          </a:p>
        </p:txBody>
      </p:sp>
      <p:sp>
        <p:nvSpPr>
          <p:cNvPr id="18" name="Shape 12"/>
          <p:cNvSpPr/>
          <p:nvPr/>
        </p:nvSpPr>
        <p:spPr>
          <a:xfrm>
            <a:off x="10728655" y="5074920"/>
            <a:ext cx="640080" cy="640080"/>
          </a:xfrm>
          <a:prstGeom prst="ellipse">
            <a:avLst/>
          </a:prstGeom>
          <a:solidFill>
            <a:srgbClr val="D9B78C"/>
          </a:solidFill>
          <a:ln w="12700">
            <a:solidFill>
              <a:srgbClr val="D9B78C"/>
            </a:solidFill>
            <a:prstDash val="solid"/>
          </a:ln>
        </p:spPr>
      </p:sp>
      <p:pic>
        <p:nvPicPr>
          <p:cNvPr id="19" name="Image 4" descr="preencoded.png">    </p:cNvPr>
          <p:cNvPicPr>
            <a:picLocks noChangeAspect="1"/>
          </p:cNvPicPr>
          <p:nvPr/>
        </p:nvPicPr>
        <p:blipFill>
          <a:blip r:embed="rId5"/>
          <a:stretch>
            <a:fillRect/>
          </a:stretch>
        </p:blipFill>
        <p:spPr>
          <a:xfrm>
            <a:off x="10884103" y="5230368"/>
            <a:ext cx="329184" cy="329184"/>
          </a:xfrm>
          <a:prstGeom prst="rect">
            <a:avLst/>
          </a:prstGeom>
        </p:spPr>
      </p:pic>
      <p:sp>
        <p:nvSpPr>
          <p:cNvPr id="20" name="Text 13"/>
          <p:cNvSpPr txBox="1"/>
          <p:nvPr/>
        </p:nvSpPr>
        <p:spPr>
          <a:xfrm>
            <a:off x="4480560" y="5074920"/>
            <a:ext cx="6019495" cy="365760"/>
          </a:xfrm>
          <a:prstGeom prst="rect">
            <a:avLst/>
          </a:prstGeom>
          <a:noFill/>
          <a:ln/>
        </p:spPr>
        <p:txBody>
          <a:bodyPr wrap="square" lIns="0" tIns="0" rIns="0" bIns="0" rtlCol="0" anchor="t"/>
          <a:lstStyle/>
          <a:p>
            <a:pPr rtl="1" algn="r" indent="0" marL="0">
              <a:buNone/>
            </a:pPr>
            <a:r>
              <a:rPr lang="he-IL" altLang="en-US" sz="1900" b="1" dirty="0">
                <a:solidFill>
                  <a:srgbClr val="1C1F26"/>
                </a:solidFill>
                <a:latin typeface="Arial" pitchFamily="34" charset="0"/>
                <a:ea typeface="Arial" pitchFamily="34" charset="-122"/>
                <a:cs typeface="Arial" pitchFamily="34" charset="-120"/>
              </a:rPr>
              <a:t>החיים שאחרי</a:t>
            </a:r>
            <a:endParaRPr lang="he-IL" sz="1900" dirty="0"/>
          </a:p>
        </p:txBody>
      </p:sp>
      <p:sp>
        <p:nvSpPr>
          <p:cNvPr id="21" name="Text 14"/>
          <p:cNvSpPr txBox="1"/>
          <p:nvPr/>
        </p:nvSpPr>
        <p:spPr>
          <a:xfrm>
            <a:off x="4480560" y="5458968"/>
            <a:ext cx="6019495" cy="731520"/>
          </a:xfrm>
          <a:prstGeom prst="rect">
            <a:avLst/>
          </a:prstGeom>
          <a:noFill/>
          <a:ln/>
        </p:spPr>
        <p:txBody>
          <a:bodyPr wrap="square" lIns="0" tIns="0" rIns="0" bIns="0" rtlCol="0" anchor="t"/>
          <a:lstStyle/>
          <a:p>
            <a:pPr rtl="1" algn="r" indent="0" marL="0">
              <a:buNone/>
            </a:pPr>
            <a:r>
              <a:rPr lang="he-IL" altLang="en-US" sz="1350" dirty="0">
                <a:solidFill>
                  <a:srgbClr val="6B7280"/>
                </a:solidFill>
                <a:latin typeface="Arial" pitchFamily="34" charset="0"/>
                <a:ea typeface="Arial" pitchFamily="34" charset="-122"/>
                <a:cs typeface="Arial" pitchFamily="34" charset="-120"/>
              </a:rPr>
              <a:t>לוחם ← פצוע ← אזרח, בתוך זמן קצר. מבלבל. לא סמכתי על אנשים, התרחקתי מחברים, ברחתי ממקומות רועשים והומים.</a:t>
            </a:r>
            <a:endParaRPr lang="he-IL" sz="1350" dirty="0"/>
          </a:p>
        </p:txBody>
      </p:sp>
      <p:sp>
        <p:nvSpPr>
          <p:cNvPr id="22" name="Text 15"/>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6B7280"/>
                </a:solidFill>
                <a:latin typeface="Arial" pitchFamily="34" charset="0"/>
                <a:ea typeface="Arial" pitchFamily="34" charset="-122"/>
                <a:cs typeface="Arial" pitchFamily="34" charset="-120"/>
              </a:rPr>
              <a:t>17</a:t>
            </a:r>
            <a:endParaRPr lang="he-IL"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914400" y="1463040"/>
            <a:ext cx="10362895" cy="914400"/>
          </a:xfrm>
          <a:prstGeom prst="rect">
            <a:avLst/>
          </a:prstGeom>
          <a:noFill/>
          <a:ln/>
        </p:spPr>
        <p:txBody>
          <a:bodyPr wrap="square" lIns="0" tIns="0" rIns="0" bIns="0" rtlCol="0" anchor="t"/>
          <a:lstStyle/>
          <a:p>
            <a:pPr rtl="1" algn="ctr" indent="0" marL="0">
              <a:buNone/>
            </a:pPr>
            <a:r>
              <a:rPr lang="he-IL" altLang="en-US" sz="4000" b="1" dirty="0">
                <a:solidFill>
                  <a:srgbClr val="A7ADB8"/>
                </a:solidFill>
                <a:latin typeface="Arial" pitchFamily="34" charset="0"/>
                <a:ea typeface="Arial" pitchFamily="34" charset="-122"/>
                <a:cs typeface="Arial" pitchFamily="34" charset="-120"/>
              </a:rPr>
              <a:t>עברתי תהליך ארוך</a:t>
            </a:r>
            <a:endParaRPr lang="he-IL" sz="4000" dirty="0"/>
          </a:p>
        </p:txBody>
      </p:sp>
      <p:sp>
        <p:nvSpPr>
          <p:cNvPr id="3" name="Text 1"/>
          <p:cNvSpPr txBox="1"/>
          <p:nvPr/>
        </p:nvSpPr>
        <p:spPr>
          <a:xfrm>
            <a:off x="914400" y="2468880"/>
            <a:ext cx="10362895" cy="914400"/>
          </a:xfrm>
          <a:prstGeom prst="rect">
            <a:avLst/>
          </a:prstGeom>
          <a:noFill/>
          <a:ln/>
        </p:spPr>
        <p:txBody>
          <a:bodyPr wrap="square" lIns="0" tIns="0" rIns="0" bIns="0" rtlCol="0" anchor="t"/>
          <a:lstStyle/>
          <a:p>
            <a:pPr rtl="1" algn="ctr" indent="0" marL="0">
              <a:buNone/>
            </a:pPr>
            <a:r>
              <a:rPr lang="he-IL" altLang="en-US" sz="4000" b="1" dirty="0">
                <a:solidFill>
                  <a:srgbClr val="FFFFFF"/>
                </a:solidFill>
                <a:latin typeface="Arial" pitchFamily="34" charset="0"/>
                <a:ea typeface="Arial" pitchFamily="34" charset="-122"/>
                <a:cs typeface="Arial" pitchFamily="34" charset="-120"/>
              </a:rPr>
              <a:t>עד שהבנתי כמה משמעותיים הקשרים בחיים שלי.</a:t>
            </a:r>
            <a:endParaRPr lang="he-IL" sz="4000" dirty="0"/>
          </a:p>
        </p:txBody>
      </p:sp>
      <p:sp>
        <p:nvSpPr>
          <p:cNvPr id="4" name="Text 2"/>
          <p:cNvSpPr txBox="1"/>
          <p:nvPr/>
        </p:nvSpPr>
        <p:spPr>
          <a:xfrm>
            <a:off x="914400" y="3657600"/>
            <a:ext cx="10362895" cy="914400"/>
          </a:xfrm>
          <a:prstGeom prst="rect">
            <a:avLst/>
          </a:prstGeom>
          <a:noFill/>
          <a:ln/>
        </p:spPr>
        <p:txBody>
          <a:bodyPr wrap="square" lIns="0" tIns="0" rIns="0" bIns="0" rtlCol="0" anchor="t"/>
          <a:lstStyle/>
          <a:p>
            <a:pPr rtl="1" algn="ctr" indent="0" marL="0">
              <a:buNone/>
            </a:pPr>
            <a:r>
              <a:rPr lang="he-IL" altLang="en-US" sz="4400" b="1" dirty="0">
                <a:solidFill>
                  <a:srgbClr val="D9B78C"/>
                </a:solidFill>
                <a:latin typeface="Arial" pitchFamily="34" charset="0"/>
                <a:ea typeface="Arial" pitchFamily="34" charset="-122"/>
                <a:cs typeface="Arial" pitchFamily="34" charset="-120"/>
              </a:rPr>
              <a:t>היום אני הרבה יותר פתוח.</a:t>
            </a:r>
            <a:endParaRPr lang="he-IL" sz="4400" dirty="0"/>
          </a:p>
        </p:txBody>
      </p:sp>
      <p:sp>
        <p:nvSpPr>
          <p:cNvPr id="5" name="Shape 3"/>
          <p:cNvSpPr/>
          <p:nvPr/>
        </p:nvSpPr>
        <p:spPr>
          <a:xfrm>
            <a:off x="4023360" y="4754880"/>
            <a:ext cx="4114800" cy="1737360"/>
          </a:xfrm>
          <a:prstGeom prst="roundRect">
            <a:avLst>
              <a:gd name="adj" fmla="val 7895"/>
            </a:avLst>
          </a:prstGeom>
          <a:solidFill>
            <a:srgbClr val="171C24"/>
          </a:solidFill>
          <a:ln w="15875">
            <a:solidFill>
              <a:srgbClr val="3A4150"/>
            </a:solidFill>
            <a:prstDash val="dash"/>
          </a:ln>
        </p:spPr>
      </p:sp>
      <p:pic>
        <p:nvPicPr>
          <p:cNvPr id="6" name="Image 0" descr="preencoded.png">    </p:cNvPr>
          <p:cNvPicPr>
            <a:picLocks noChangeAspect="1"/>
          </p:cNvPicPr>
          <p:nvPr/>
        </p:nvPicPr>
        <p:blipFill>
          <a:blip r:embed="rId1"/>
          <a:stretch>
            <a:fillRect/>
          </a:stretch>
        </p:blipFill>
        <p:spPr>
          <a:xfrm>
            <a:off x="5806440" y="5029200"/>
            <a:ext cx="548640" cy="548640"/>
          </a:xfrm>
          <a:prstGeom prst="rect">
            <a:avLst/>
          </a:prstGeom>
        </p:spPr>
      </p:pic>
      <p:sp>
        <p:nvSpPr>
          <p:cNvPr id="7" name="Text 4"/>
          <p:cNvSpPr txBox="1"/>
          <p:nvPr/>
        </p:nvSpPr>
        <p:spPr>
          <a:xfrm>
            <a:off x="4297680" y="5852160"/>
            <a:ext cx="3566160" cy="640080"/>
          </a:xfrm>
          <a:prstGeom prst="rect">
            <a:avLst/>
          </a:prstGeom>
          <a:noFill/>
          <a:ln/>
        </p:spPr>
        <p:txBody>
          <a:bodyPr wrap="square" lIns="0" tIns="0" rIns="0" bIns="0" rtlCol="0" anchor="t"/>
          <a:lstStyle/>
          <a:p>
            <a:pPr rtl="1" algn="ctr" indent="0" marL="0">
              <a:buNone/>
            </a:pPr>
            <a:r>
              <a:rPr lang="he-IL" altLang="en-US" sz="1200" dirty="0">
                <a:solidFill>
                  <a:srgbClr val="A7ADB8"/>
                </a:solidFill>
                <a:latin typeface="Arial" pitchFamily="34" charset="0"/>
                <a:ea typeface="Arial" pitchFamily="34" charset="-122"/>
                <a:cs typeface="Arial" pitchFamily="34" charset="-120"/>
              </a:rPr>
              <a:t>תמונה: חנוך עם חברים / משפחה – היום</a:t>
            </a:r>
            <a:endParaRPr lang="he-IL" sz="1200" dirty="0"/>
          </a:p>
        </p:txBody>
      </p:sp>
      <p:sp>
        <p:nvSpPr>
          <p:cNvPr id="8" name="Text 5"/>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18</a:t>
            </a:r>
            <a:endParaRPr lang="he-IL"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822960" y="1280160"/>
            <a:ext cx="10545775" cy="1463040"/>
          </a:xfrm>
          <a:prstGeom prst="rect">
            <a:avLst/>
          </a:prstGeom>
          <a:noFill/>
          <a:ln/>
        </p:spPr>
        <p:txBody>
          <a:bodyPr wrap="square" lIns="0" tIns="0" rIns="0" bIns="0" rtlCol="0" anchor="t"/>
          <a:lstStyle/>
          <a:p>
            <a:pPr rtl="1" algn="r" indent="0" marL="0">
              <a:buNone/>
            </a:pPr>
            <a:r>
              <a:rPr lang="he-IL" altLang="en-US" sz="9600" b="1" dirty="0">
                <a:solidFill>
                  <a:srgbClr val="D9B78C"/>
                </a:solidFill>
                <a:latin typeface="Arial" pitchFamily="34" charset="0"/>
                <a:ea typeface="Arial" pitchFamily="34" charset="-122"/>
                <a:cs typeface="Arial" pitchFamily="34" charset="-120"/>
              </a:rPr>
              <a:t>05</a:t>
            </a:r>
            <a:endParaRPr lang="he-IL" sz="9600" dirty="0"/>
          </a:p>
        </p:txBody>
      </p:sp>
      <p:sp>
        <p:nvSpPr>
          <p:cNvPr id="3" name="Text 1"/>
          <p:cNvSpPr txBox="1"/>
          <p:nvPr/>
        </p:nvSpPr>
        <p:spPr>
          <a:xfrm>
            <a:off x="822960" y="2926080"/>
            <a:ext cx="10545775" cy="1097280"/>
          </a:xfrm>
          <a:prstGeom prst="rect">
            <a:avLst/>
          </a:prstGeom>
          <a:noFill/>
          <a:ln/>
        </p:spPr>
        <p:txBody>
          <a:bodyPr wrap="square" lIns="0" tIns="0" rIns="0" bIns="0" rtlCol="0" anchor="t"/>
          <a:lstStyle/>
          <a:p>
            <a:pPr rtl="1" algn="r" indent="0" marL="0">
              <a:buNone/>
            </a:pPr>
            <a:r>
              <a:rPr lang="he-IL" altLang="en-US" sz="3400" b="1" dirty="0">
                <a:solidFill>
                  <a:srgbClr val="FFFFFF"/>
                </a:solidFill>
                <a:latin typeface="Arial" pitchFamily="34" charset="0"/>
                <a:ea typeface="Arial" pitchFamily="34" charset="-122"/>
                <a:cs typeface="Arial" pitchFamily="34" charset="-120"/>
              </a:rPr>
              <a:t>מה עושים כשהחיים לא חוזרים להיות מה שהיו?</a:t>
            </a:r>
            <a:endParaRPr lang="he-IL" sz="3400" dirty="0"/>
          </a:p>
        </p:txBody>
      </p:sp>
      <p:sp>
        <p:nvSpPr>
          <p:cNvPr id="4" name="Text 2"/>
          <p:cNvSpPr txBox="1"/>
          <p:nvPr/>
        </p:nvSpPr>
        <p:spPr>
          <a:xfrm>
            <a:off x="822960" y="4206240"/>
            <a:ext cx="10545775" cy="1097280"/>
          </a:xfrm>
          <a:prstGeom prst="rect">
            <a:avLst/>
          </a:prstGeom>
          <a:noFill/>
          <a:ln/>
        </p:spPr>
        <p:txBody>
          <a:bodyPr wrap="square" lIns="0" tIns="0" rIns="0" bIns="0" rtlCol="0" anchor="t"/>
          <a:lstStyle/>
          <a:p>
            <a:pPr rtl="1" algn="r" indent="0" marL="0">
              <a:buNone/>
            </a:pPr>
            <a:r>
              <a:rPr lang="he-IL" altLang="en-US" sz="2000" dirty="0">
                <a:solidFill>
                  <a:srgbClr val="A7ADB8"/>
                </a:solidFill>
                <a:latin typeface="Arial" pitchFamily="34" charset="0"/>
                <a:ea typeface="Arial" pitchFamily="34" charset="-122"/>
                <a:cs typeface="Arial" pitchFamily="34" charset="-120"/>
              </a:rPr>
              <a:t>שלושה עקרונות.</a:t>
            </a:r>
            <a:endParaRPr lang="he-IL" sz="2000" dirty="0"/>
          </a:p>
        </p:txBody>
      </p:sp>
      <p:sp>
        <p:nvSpPr>
          <p:cNvPr id="5" name="Text 3"/>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19</a:t>
            </a:r>
            <a:endParaRPr lang="he-IL"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3EE"/>
        </a:solidFill>
      </p:bgPr>
    </p:bg>
    <p:spTree>
      <p:nvGrpSpPr>
        <p:cNvPr id="1" name=""/>
        <p:cNvGrpSpPr/>
        <p:nvPr/>
      </p:nvGrpSpPr>
      <p:grpSpPr>
        <a:xfrm>
          <a:off x="0" y="0"/>
          <a:ext cx="0" cy="0"/>
          <a:chOff x="0" y="0"/>
          <a:chExt cx="0" cy="0"/>
        </a:xfrm>
      </p:grpSpPr>
      <p:sp>
        <p:nvSpPr>
          <p:cNvPr id="2" name="Text 0"/>
          <p:cNvSpPr txBox="1"/>
          <p:nvPr/>
        </p:nvSpPr>
        <p:spPr>
          <a:xfrm>
            <a:off x="822960" y="548640"/>
            <a:ext cx="10545775" cy="914400"/>
          </a:xfrm>
          <a:prstGeom prst="rect">
            <a:avLst/>
          </a:prstGeom>
          <a:noFill/>
          <a:ln/>
        </p:spPr>
        <p:txBody>
          <a:bodyPr wrap="square" lIns="0" tIns="0" rIns="0" bIns="0" rtlCol="0" anchor="t"/>
          <a:lstStyle/>
          <a:p>
            <a:pPr rtl="1" algn="r" indent="0" marL="0">
              <a:buNone/>
            </a:pPr>
            <a:r>
              <a:rPr lang="he-IL" altLang="en-US" sz="3600" b="1" dirty="0">
                <a:solidFill>
                  <a:srgbClr val="1C1F26"/>
                </a:solidFill>
                <a:latin typeface="Arial" pitchFamily="34" charset="0"/>
                <a:ea typeface="Arial" pitchFamily="34" charset="-122"/>
                <a:cs typeface="Arial" pitchFamily="34" charset="-120"/>
              </a:rPr>
              <a:t>שלושה עקרונות</a:t>
            </a:r>
            <a:endParaRPr lang="he-IL" sz="3600" dirty="0"/>
          </a:p>
        </p:txBody>
      </p:sp>
      <p:sp>
        <p:nvSpPr>
          <p:cNvPr id="3" name="Shape 1"/>
          <p:cNvSpPr/>
          <p:nvPr/>
        </p:nvSpPr>
        <p:spPr>
          <a:xfrm>
            <a:off x="8097317" y="1645920"/>
            <a:ext cx="3271418" cy="4206240"/>
          </a:xfrm>
          <a:prstGeom prst="roundRect">
            <a:avLst>
              <a:gd name="adj" fmla="val 3913"/>
            </a:avLst>
          </a:prstGeom>
          <a:solidFill>
            <a:srgbClr val="FFFFFF"/>
          </a:solidFill>
          <a:ln w="9525">
            <a:solidFill>
              <a:srgbClr val="E2DCD2"/>
            </a:solidFill>
            <a:prstDash val="solid"/>
          </a:ln>
        </p:spPr>
      </p:sp>
      <p:sp>
        <p:nvSpPr>
          <p:cNvPr id="4" name="Shape 2"/>
          <p:cNvSpPr/>
          <p:nvPr/>
        </p:nvSpPr>
        <p:spPr>
          <a:xfrm>
            <a:off x="10180015" y="2011680"/>
            <a:ext cx="822960" cy="822960"/>
          </a:xfrm>
          <a:prstGeom prst="ellipse">
            <a:avLst/>
          </a:prstGeom>
          <a:solidFill>
            <a:srgbClr val="D9B78C"/>
          </a:solidFill>
          <a:ln w="12700">
            <a:solidFill>
              <a:srgbClr val="D9B78C"/>
            </a:solidFill>
            <a:prstDash val="solid"/>
          </a:ln>
        </p:spPr>
      </p:sp>
      <p:pic>
        <p:nvPicPr>
          <p:cNvPr id="5" name="Image 0" descr="preencoded.png">    </p:cNvPr>
          <p:cNvPicPr>
            <a:picLocks noChangeAspect="1"/>
          </p:cNvPicPr>
          <p:nvPr/>
        </p:nvPicPr>
        <p:blipFill>
          <a:blip r:embed="rId1"/>
          <a:stretch>
            <a:fillRect/>
          </a:stretch>
        </p:blipFill>
        <p:spPr>
          <a:xfrm>
            <a:off x="10381183" y="2212848"/>
            <a:ext cx="420624" cy="420624"/>
          </a:xfrm>
          <a:prstGeom prst="rect">
            <a:avLst/>
          </a:prstGeom>
        </p:spPr>
      </p:pic>
      <p:sp>
        <p:nvSpPr>
          <p:cNvPr id="6" name="Text 3"/>
          <p:cNvSpPr txBox="1"/>
          <p:nvPr/>
        </p:nvSpPr>
        <p:spPr>
          <a:xfrm>
            <a:off x="8463077" y="2103120"/>
            <a:ext cx="1534058" cy="640080"/>
          </a:xfrm>
          <a:prstGeom prst="rect">
            <a:avLst/>
          </a:prstGeom>
          <a:noFill/>
          <a:ln/>
        </p:spPr>
        <p:txBody>
          <a:bodyPr wrap="square" lIns="0" tIns="0" rIns="0" bIns="0" rtlCol="0" anchor="ctr"/>
          <a:lstStyle/>
          <a:p>
            <a:pPr rtl="1" algn="r" indent="0" marL="0">
              <a:buNone/>
            </a:pPr>
            <a:r>
              <a:rPr lang="he-IL" altLang="en-US" sz="1400" dirty="0">
                <a:solidFill>
                  <a:srgbClr val="6B7280"/>
                </a:solidFill>
                <a:latin typeface="Arial" pitchFamily="34" charset="0"/>
                <a:ea typeface="Arial" pitchFamily="34" charset="-122"/>
                <a:cs typeface="Arial" pitchFamily="34" charset="-120"/>
              </a:rPr>
              <a:t>עיקרון 1</a:t>
            </a:r>
            <a:endParaRPr lang="he-IL" sz="1400" dirty="0"/>
          </a:p>
        </p:txBody>
      </p:sp>
      <p:sp>
        <p:nvSpPr>
          <p:cNvPr id="7" name="Text 4"/>
          <p:cNvSpPr txBox="1"/>
          <p:nvPr/>
        </p:nvSpPr>
        <p:spPr>
          <a:xfrm>
            <a:off x="8463077" y="3108960"/>
            <a:ext cx="2539898" cy="1188720"/>
          </a:xfrm>
          <a:prstGeom prst="rect">
            <a:avLst/>
          </a:prstGeom>
          <a:noFill/>
          <a:ln/>
        </p:spPr>
        <p:txBody>
          <a:bodyPr wrap="square" lIns="0" tIns="0" rIns="0" bIns="0" rtlCol="0" anchor="t"/>
          <a:lstStyle/>
          <a:p>
            <a:pPr rtl="1" algn="r" indent="0" marL="0">
              <a:buNone/>
            </a:pPr>
            <a:r>
              <a:rPr lang="he-IL" altLang="en-US" sz="2400" b="1" dirty="0">
                <a:solidFill>
                  <a:srgbClr val="1C1F26"/>
                </a:solidFill>
                <a:latin typeface="Arial" pitchFamily="34" charset="0"/>
                <a:ea typeface="Arial" pitchFamily="34" charset="-122"/>
                <a:cs typeface="Arial" pitchFamily="34" charset="-120"/>
              </a:rPr>
              <a:t>אתה לא שולט במה שקורה לך</a:t>
            </a:r>
            <a:endParaRPr lang="he-IL" sz="2400" dirty="0"/>
          </a:p>
        </p:txBody>
      </p:sp>
      <p:sp>
        <p:nvSpPr>
          <p:cNvPr id="8" name="Text 5"/>
          <p:cNvSpPr txBox="1"/>
          <p:nvPr/>
        </p:nvSpPr>
        <p:spPr>
          <a:xfrm>
            <a:off x="8463077" y="4389120"/>
            <a:ext cx="2539898" cy="1280160"/>
          </a:xfrm>
          <a:prstGeom prst="rect">
            <a:avLst/>
          </a:prstGeom>
          <a:noFill/>
          <a:ln/>
        </p:spPr>
        <p:txBody>
          <a:bodyPr wrap="square" lIns="0" tIns="0" rIns="0" bIns="0" rtlCol="0" anchor="t"/>
          <a:lstStyle/>
          <a:p>
            <a:pPr rtl="1" algn="r" indent="0" marL="0">
              <a:buNone/>
            </a:pPr>
            <a:r>
              <a:rPr lang="he-IL" altLang="en-US" sz="1500" dirty="0">
                <a:solidFill>
                  <a:srgbClr val="6B7280"/>
                </a:solidFill>
                <a:latin typeface="Arial" pitchFamily="34" charset="0"/>
                <a:ea typeface="Arial" pitchFamily="34" charset="-122"/>
                <a:cs typeface="Arial" pitchFamily="34" charset="-120"/>
              </a:rPr>
              <a:t>אבל אתה כן שולט במה שאתה עושה עם זה.</a:t>
            </a:r>
            <a:endParaRPr lang="he-IL" sz="1500" dirty="0"/>
          </a:p>
        </p:txBody>
      </p:sp>
      <p:sp>
        <p:nvSpPr>
          <p:cNvPr id="9" name="Shape 6"/>
          <p:cNvSpPr/>
          <p:nvPr/>
        </p:nvSpPr>
        <p:spPr>
          <a:xfrm>
            <a:off x="4460138" y="1645920"/>
            <a:ext cx="3271418" cy="4206240"/>
          </a:xfrm>
          <a:prstGeom prst="roundRect">
            <a:avLst>
              <a:gd name="adj" fmla="val 3913"/>
            </a:avLst>
          </a:prstGeom>
          <a:solidFill>
            <a:srgbClr val="FFFFFF"/>
          </a:solidFill>
          <a:ln w="9525">
            <a:solidFill>
              <a:srgbClr val="E2DCD2"/>
            </a:solidFill>
            <a:prstDash val="solid"/>
          </a:ln>
        </p:spPr>
      </p:sp>
      <p:sp>
        <p:nvSpPr>
          <p:cNvPr id="10" name="Shape 7"/>
          <p:cNvSpPr/>
          <p:nvPr/>
        </p:nvSpPr>
        <p:spPr>
          <a:xfrm>
            <a:off x="6542837" y="2011680"/>
            <a:ext cx="822960" cy="822960"/>
          </a:xfrm>
          <a:prstGeom prst="ellipse">
            <a:avLst/>
          </a:prstGeom>
          <a:solidFill>
            <a:srgbClr val="D9B78C"/>
          </a:solidFill>
          <a:ln w="12700">
            <a:solidFill>
              <a:srgbClr val="D9B78C"/>
            </a:solidFill>
            <a:prstDash val="solid"/>
          </a:ln>
        </p:spPr>
      </p:sp>
      <p:pic>
        <p:nvPicPr>
          <p:cNvPr id="11" name="Image 1" descr="preencoded.png">    </p:cNvPr>
          <p:cNvPicPr>
            <a:picLocks noChangeAspect="1"/>
          </p:cNvPicPr>
          <p:nvPr/>
        </p:nvPicPr>
        <p:blipFill>
          <a:blip r:embed="rId2"/>
          <a:stretch>
            <a:fillRect/>
          </a:stretch>
        </p:blipFill>
        <p:spPr>
          <a:xfrm>
            <a:off x="6744005" y="2212848"/>
            <a:ext cx="420624" cy="420624"/>
          </a:xfrm>
          <a:prstGeom prst="rect">
            <a:avLst/>
          </a:prstGeom>
        </p:spPr>
      </p:pic>
      <p:sp>
        <p:nvSpPr>
          <p:cNvPr id="12" name="Text 8"/>
          <p:cNvSpPr txBox="1"/>
          <p:nvPr/>
        </p:nvSpPr>
        <p:spPr>
          <a:xfrm>
            <a:off x="4825898" y="2103120"/>
            <a:ext cx="1534058" cy="640080"/>
          </a:xfrm>
          <a:prstGeom prst="rect">
            <a:avLst/>
          </a:prstGeom>
          <a:noFill/>
          <a:ln/>
        </p:spPr>
        <p:txBody>
          <a:bodyPr wrap="square" lIns="0" tIns="0" rIns="0" bIns="0" rtlCol="0" anchor="ctr"/>
          <a:lstStyle/>
          <a:p>
            <a:pPr rtl="1" algn="r" indent="0" marL="0">
              <a:buNone/>
            </a:pPr>
            <a:r>
              <a:rPr lang="he-IL" altLang="en-US" sz="1400" dirty="0">
                <a:solidFill>
                  <a:srgbClr val="6B7280"/>
                </a:solidFill>
                <a:latin typeface="Arial" pitchFamily="34" charset="0"/>
                <a:ea typeface="Arial" pitchFamily="34" charset="-122"/>
                <a:cs typeface="Arial" pitchFamily="34" charset="-120"/>
              </a:rPr>
              <a:t>עיקרון 2</a:t>
            </a:r>
            <a:endParaRPr lang="he-IL" sz="1400" dirty="0"/>
          </a:p>
        </p:txBody>
      </p:sp>
      <p:sp>
        <p:nvSpPr>
          <p:cNvPr id="13" name="Text 9"/>
          <p:cNvSpPr txBox="1"/>
          <p:nvPr/>
        </p:nvSpPr>
        <p:spPr>
          <a:xfrm>
            <a:off x="4825898" y="3108960"/>
            <a:ext cx="2539898" cy="1188720"/>
          </a:xfrm>
          <a:prstGeom prst="rect">
            <a:avLst/>
          </a:prstGeom>
          <a:noFill/>
          <a:ln/>
        </p:spPr>
        <p:txBody>
          <a:bodyPr wrap="square" lIns="0" tIns="0" rIns="0" bIns="0" rtlCol="0" anchor="t"/>
          <a:lstStyle/>
          <a:p>
            <a:pPr rtl="1" algn="r" indent="0" marL="0">
              <a:buNone/>
            </a:pPr>
            <a:r>
              <a:rPr lang="he-IL" altLang="en-US" sz="2400" b="1" dirty="0">
                <a:solidFill>
                  <a:srgbClr val="1C1F26"/>
                </a:solidFill>
                <a:latin typeface="Arial" pitchFamily="34" charset="0"/>
                <a:ea typeface="Arial" pitchFamily="34" charset="-122"/>
                <a:cs typeface="Arial" pitchFamily="34" charset="-120"/>
              </a:rPr>
              <a:t>לא חייבים לדעת את כל הדרך</a:t>
            </a:r>
            <a:endParaRPr lang="he-IL" sz="2400" dirty="0"/>
          </a:p>
        </p:txBody>
      </p:sp>
      <p:sp>
        <p:nvSpPr>
          <p:cNvPr id="14" name="Text 10"/>
          <p:cNvSpPr txBox="1"/>
          <p:nvPr/>
        </p:nvSpPr>
        <p:spPr>
          <a:xfrm>
            <a:off x="4825898" y="4389120"/>
            <a:ext cx="2539898" cy="1280160"/>
          </a:xfrm>
          <a:prstGeom prst="rect">
            <a:avLst/>
          </a:prstGeom>
          <a:noFill/>
          <a:ln/>
        </p:spPr>
        <p:txBody>
          <a:bodyPr wrap="square" lIns="0" tIns="0" rIns="0" bIns="0" rtlCol="0" anchor="t"/>
          <a:lstStyle/>
          <a:p>
            <a:pPr rtl="1" algn="r" indent="0" marL="0">
              <a:buNone/>
            </a:pPr>
            <a:r>
              <a:rPr lang="he-IL" altLang="en-US" sz="1500" dirty="0">
                <a:solidFill>
                  <a:srgbClr val="6B7280"/>
                </a:solidFill>
                <a:latin typeface="Arial" pitchFamily="34" charset="0"/>
                <a:ea typeface="Arial" pitchFamily="34" charset="-122"/>
                <a:cs typeface="Arial" pitchFamily="34" charset="-120"/>
              </a:rPr>
              <a:t>צריך לדעת רק מה הצעד הבא.</a:t>
            </a:r>
            <a:endParaRPr lang="he-IL" sz="1500" dirty="0"/>
          </a:p>
        </p:txBody>
      </p:sp>
      <p:sp>
        <p:nvSpPr>
          <p:cNvPr id="15" name="Shape 11"/>
          <p:cNvSpPr/>
          <p:nvPr/>
        </p:nvSpPr>
        <p:spPr>
          <a:xfrm>
            <a:off x="822960" y="1645920"/>
            <a:ext cx="3271418" cy="4206240"/>
          </a:xfrm>
          <a:prstGeom prst="roundRect">
            <a:avLst>
              <a:gd name="adj" fmla="val 3913"/>
            </a:avLst>
          </a:prstGeom>
          <a:solidFill>
            <a:srgbClr val="0E1116"/>
          </a:solidFill>
          <a:ln w="9525">
            <a:solidFill>
              <a:srgbClr val="0E1116"/>
            </a:solidFill>
            <a:prstDash val="solid"/>
          </a:ln>
        </p:spPr>
      </p:sp>
      <p:sp>
        <p:nvSpPr>
          <p:cNvPr id="16" name="Shape 12"/>
          <p:cNvSpPr/>
          <p:nvPr/>
        </p:nvSpPr>
        <p:spPr>
          <a:xfrm>
            <a:off x="2905658" y="2011680"/>
            <a:ext cx="822960" cy="822960"/>
          </a:xfrm>
          <a:prstGeom prst="ellipse">
            <a:avLst/>
          </a:prstGeom>
          <a:solidFill>
            <a:srgbClr val="D9B78C"/>
          </a:solidFill>
          <a:ln w="12700">
            <a:solidFill>
              <a:srgbClr val="D9B78C"/>
            </a:solidFill>
            <a:prstDash val="solid"/>
          </a:ln>
        </p:spPr>
      </p:sp>
      <p:pic>
        <p:nvPicPr>
          <p:cNvPr id="17" name="Image 2" descr="preencoded.png">    </p:cNvPr>
          <p:cNvPicPr>
            <a:picLocks noChangeAspect="1"/>
          </p:cNvPicPr>
          <p:nvPr/>
        </p:nvPicPr>
        <p:blipFill>
          <a:blip r:embed="rId3"/>
          <a:stretch>
            <a:fillRect/>
          </a:stretch>
        </p:blipFill>
        <p:spPr>
          <a:xfrm>
            <a:off x="3106826" y="2212848"/>
            <a:ext cx="420624" cy="420624"/>
          </a:xfrm>
          <a:prstGeom prst="rect">
            <a:avLst/>
          </a:prstGeom>
        </p:spPr>
      </p:pic>
      <p:sp>
        <p:nvSpPr>
          <p:cNvPr id="18" name="Text 13"/>
          <p:cNvSpPr txBox="1"/>
          <p:nvPr/>
        </p:nvSpPr>
        <p:spPr>
          <a:xfrm>
            <a:off x="1188720" y="2103120"/>
            <a:ext cx="1534058" cy="640080"/>
          </a:xfrm>
          <a:prstGeom prst="rect">
            <a:avLst/>
          </a:prstGeom>
          <a:noFill/>
          <a:ln/>
        </p:spPr>
        <p:txBody>
          <a:bodyPr wrap="square" lIns="0" tIns="0" rIns="0" bIns="0" rtlCol="0" anchor="ctr"/>
          <a:lstStyle/>
          <a:p>
            <a:pPr rtl="1" algn="r" indent="0" marL="0">
              <a:buNone/>
            </a:pPr>
            <a:r>
              <a:rPr lang="he-IL" altLang="en-US" sz="1400" dirty="0">
                <a:solidFill>
                  <a:srgbClr val="A7ADB8"/>
                </a:solidFill>
                <a:latin typeface="Arial" pitchFamily="34" charset="0"/>
                <a:ea typeface="Arial" pitchFamily="34" charset="-122"/>
                <a:cs typeface="Arial" pitchFamily="34" charset="-120"/>
              </a:rPr>
              <a:t>עיקרון 3</a:t>
            </a:r>
            <a:endParaRPr lang="he-IL" sz="1400" dirty="0"/>
          </a:p>
        </p:txBody>
      </p:sp>
      <p:sp>
        <p:nvSpPr>
          <p:cNvPr id="19" name="Text 14"/>
          <p:cNvSpPr txBox="1"/>
          <p:nvPr/>
        </p:nvSpPr>
        <p:spPr>
          <a:xfrm>
            <a:off x="1188720" y="3108960"/>
            <a:ext cx="2539898" cy="1188720"/>
          </a:xfrm>
          <a:prstGeom prst="rect">
            <a:avLst/>
          </a:prstGeom>
          <a:noFill/>
          <a:ln/>
        </p:spPr>
        <p:txBody>
          <a:bodyPr wrap="square" lIns="0" tIns="0" rIns="0" bIns="0" rtlCol="0" anchor="t"/>
          <a:lstStyle/>
          <a:p>
            <a:pPr rtl="1" algn="r" indent="0" marL="0">
              <a:buNone/>
            </a:pPr>
            <a:r>
              <a:rPr lang="he-IL" altLang="en-US" sz="2400" b="1" dirty="0">
                <a:solidFill>
                  <a:srgbClr val="FFFFFF"/>
                </a:solidFill>
                <a:latin typeface="Arial" pitchFamily="34" charset="0"/>
                <a:ea typeface="Arial" pitchFamily="34" charset="-122"/>
                <a:cs typeface="Arial" pitchFamily="34" charset="-120"/>
              </a:rPr>
              <a:t>זהות לא מקבלים. בונים.</a:t>
            </a:r>
            <a:endParaRPr lang="he-IL" sz="2400" dirty="0"/>
          </a:p>
        </p:txBody>
      </p:sp>
      <p:sp>
        <p:nvSpPr>
          <p:cNvPr id="20" name="Text 15"/>
          <p:cNvSpPr txBox="1"/>
          <p:nvPr/>
        </p:nvSpPr>
        <p:spPr>
          <a:xfrm>
            <a:off x="1188720" y="4389120"/>
            <a:ext cx="2539898" cy="1280160"/>
          </a:xfrm>
          <a:prstGeom prst="rect">
            <a:avLst/>
          </a:prstGeom>
          <a:noFill/>
          <a:ln/>
        </p:spPr>
        <p:txBody>
          <a:bodyPr wrap="square" lIns="0" tIns="0" rIns="0" bIns="0" rtlCol="0" anchor="t"/>
          <a:lstStyle/>
          <a:p>
            <a:pPr rtl="1" algn="r" indent="0" marL="0">
              <a:buNone/>
            </a:pPr>
            <a:r>
              <a:rPr lang="he-IL" altLang="en-US" sz="1500" dirty="0">
                <a:solidFill>
                  <a:srgbClr val="A7ADB8"/>
                </a:solidFill>
                <a:latin typeface="Arial" pitchFamily="34" charset="0"/>
                <a:ea typeface="Arial" pitchFamily="34" charset="-122"/>
                <a:cs typeface="Arial" pitchFamily="34" charset="-120"/>
              </a:rPr>
              <a:t>הפציעה לא מגדירה אותך. העבר לא מגדיר אותך. גם מה שקרה לך לא מגדיר בהכרח את האדם שתהיה.</a:t>
            </a:r>
            <a:endParaRPr lang="he-IL" sz="1500" dirty="0"/>
          </a:p>
        </p:txBody>
      </p:sp>
      <p:sp>
        <p:nvSpPr>
          <p:cNvPr id="21" name="Text 16"/>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6B7280"/>
                </a:solidFill>
                <a:latin typeface="Arial" pitchFamily="34" charset="0"/>
                <a:ea typeface="Arial" pitchFamily="34" charset="-122"/>
                <a:cs typeface="Arial" pitchFamily="34" charset="-120"/>
              </a:rPr>
              <a:t>20</a:t>
            </a:r>
            <a:endParaRPr lang="he-IL"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822960" y="1280160"/>
            <a:ext cx="10545775" cy="1463040"/>
          </a:xfrm>
          <a:prstGeom prst="rect">
            <a:avLst/>
          </a:prstGeom>
          <a:noFill/>
          <a:ln/>
        </p:spPr>
        <p:txBody>
          <a:bodyPr wrap="square" lIns="0" tIns="0" rIns="0" bIns="0" rtlCol="0" anchor="t"/>
          <a:lstStyle/>
          <a:p>
            <a:pPr rtl="1" algn="r" indent="0" marL="0">
              <a:buNone/>
            </a:pPr>
            <a:r>
              <a:rPr lang="he-IL" altLang="en-US" sz="9600" b="1" dirty="0">
                <a:solidFill>
                  <a:srgbClr val="D9B78C"/>
                </a:solidFill>
                <a:latin typeface="Arial" pitchFamily="34" charset="0"/>
                <a:ea typeface="Arial" pitchFamily="34" charset="-122"/>
                <a:cs typeface="Arial" pitchFamily="34" charset="-120"/>
              </a:rPr>
              <a:t>06</a:t>
            </a:r>
            <a:endParaRPr lang="he-IL" sz="9600" dirty="0"/>
          </a:p>
        </p:txBody>
      </p:sp>
      <p:sp>
        <p:nvSpPr>
          <p:cNvPr id="3" name="Text 1"/>
          <p:cNvSpPr txBox="1"/>
          <p:nvPr/>
        </p:nvSpPr>
        <p:spPr>
          <a:xfrm>
            <a:off x="822960" y="2926080"/>
            <a:ext cx="10545775" cy="1097280"/>
          </a:xfrm>
          <a:prstGeom prst="rect">
            <a:avLst/>
          </a:prstGeom>
          <a:noFill/>
          <a:ln/>
        </p:spPr>
        <p:txBody>
          <a:bodyPr wrap="square" lIns="0" tIns="0" rIns="0" bIns="0" rtlCol="0" anchor="t"/>
          <a:lstStyle/>
          <a:p>
            <a:pPr rtl="1" algn="r" indent="0" marL="0">
              <a:buNone/>
            </a:pPr>
            <a:r>
              <a:rPr lang="he-IL" altLang="en-US" sz="4400" b="1" dirty="0">
                <a:solidFill>
                  <a:srgbClr val="FFFFFF"/>
                </a:solidFill>
                <a:latin typeface="Arial" pitchFamily="34" charset="0"/>
                <a:ea typeface="Arial" pitchFamily="34" charset="-122"/>
                <a:cs typeface="Arial" pitchFamily="34" charset="-120"/>
              </a:rPr>
              <a:t>להפוך כאב למשהו</a:t>
            </a:r>
            <a:endParaRPr lang="he-IL" sz="4400" dirty="0"/>
          </a:p>
        </p:txBody>
      </p:sp>
      <p:sp>
        <p:nvSpPr>
          <p:cNvPr id="4" name="Text 2"/>
          <p:cNvSpPr txBox="1"/>
          <p:nvPr/>
        </p:nvSpPr>
        <p:spPr>
          <a:xfrm>
            <a:off x="822960" y="4206240"/>
            <a:ext cx="10545775" cy="1097280"/>
          </a:xfrm>
          <a:prstGeom prst="rect">
            <a:avLst/>
          </a:prstGeom>
          <a:noFill/>
          <a:ln/>
        </p:spPr>
        <p:txBody>
          <a:bodyPr wrap="square" lIns="0" tIns="0" rIns="0" bIns="0" rtlCol="0" anchor="t"/>
          <a:lstStyle/>
          <a:p>
            <a:pPr rtl="1" algn="r" indent="0" marL="0">
              <a:buNone/>
            </a:pPr>
            <a:r>
              <a:rPr lang="he-IL" altLang="en-US" sz="2000" dirty="0">
                <a:solidFill>
                  <a:srgbClr val="A7ADB8"/>
                </a:solidFill>
                <a:latin typeface="Arial" pitchFamily="34" charset="0"/>
                <a:ea typeface="Arial" pitchFamily="34" charset="-122"/>
                <a:cs typeface="Arial" pitchFamily="34" charset="-120"/>
              </a:rPr>
              <a:t>מה אני עושה היום.</a:t>
            </a:r>
            <a:endParaRPr lang="he-IL" sz="2000" dirty="0"/>
          </a:p>
        </p:txBody>
      </p:sp>
      <p:sp>
        <p:nvSpPr>
          <p:cNvPr id="5" name="Text 3"/>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21</a:t>
            </a:r>
            <a:endParaRPr lang="he-IL"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3EE"/>
        </a:solidFill>
      </p:bgPr>
    </p:bg>
    <p:spTree>
      <p:nvGrpSpPr>
        <p:cNvPr id="1" name=""/>
        <p:cNvGrpSpPr/>
        <p:nvPr/>
      </p:nvGrpSpPr>
      <p:grpSpPr>
        <a:xfrm>
          <a:off x="0" y="0"/>
          <a:ext cx="0" cy="0"/>
          <a:chOff x="0" y="0"/>
          <a:chExt cx="0" cy="0"/>
        </a:xfrm>
      </p:grpSpPr>
      <p:sp>
        <p:nvSpPr>
          <p:cNvPr id="2" name="Text 0"/>
          <p:cNvSpPr txBox="1"/>
          <p:nvPr/>
        </p:nvSpPr>
        <p:spPr>
          <a:xfrm>
            <a:off x="822960" y="548640"/>
            <a:ext cx="10545775" cy="914400"/>
          </a:xfrm>
          <a:prstGeom prst="rect">
            <a:avLst/>
          </a:prstGeom>
          <a:noFill/>
          <a:ln/>
        </p:spPr>
        <p:txBody>
          <a:bodyPr wrap="square" lIns="0" tIns="0" rIns="0" bIns="0" rtlCol="0" anchor="t"/>
          <a:lstStyle/>
          <a:p>
            <a:pPr rtl="1" algn="r" indent="0" marL="0">
              <a:buNone/>
            </a:pPr>
            <a:r>
              <a:rPr lang="he-IL" altLang="en-US" sz="3600" b="1" dirty="0">
                <a:solidFill>
                  <a:srgbClr val="1C1F26"/>
                </a:solidFill>
                <a:latin typeface="Arial" pitchFamily="34" charset="0"/>
                <a:ea typeface="Arial" pitchFamily="34" charset="-122"/>
                <a:cs typeface="Arial" pitchFamily="34" charset="-120"/>
              </a:rPr>
              <a:t>מה אני עושה עם זה היום</a:t>
            </a:r>
            <a:endParaRPr lang="he-IL" sz="3600" dirty="0"/>
          </a:p>
        </p:txBody>
      </p:sp>
      <p:sp>
        <p:nvSpPr>
          <p:cNvPr id="3" name="Shape 1"/>
          <p:cNvSpPr/>
          <p:nvPr/>
        </p:nvSpPr>
        <p:spPr>
          <a:xfrm>
            <a:off x="8036357" y="1645920"/>
            <a:ext cx="3332378" cy="1965960"/>
          </a:xfrm>
          <a:prstGeom prst="roundRect">
            <a:avLst>
              <a:gd name="adj" fmla="val 5581"/>
            </a:avLst>
          </a:prstGeom>
          <a:solidFill>
            <a:srgbClr val="FFFFFF"/>
          </a:solidFill>
          <a:ln w="9525">
            <a:solidFill>
              <a:srgbClr val="E2DCD2"/>
            </a:solidFill>
            <a:prstDash val="solid"/>
          </a:ln>
        </p:spPr>
      </p:sp>
      <p:sp>
        <p:nvSpPr>
          <p:cNvPr id="4" name="Shape 2"/>
          <p:cNvSpPr/>
          <p:nvPr/>
        </p:nvSpPr>
        <p:spPr>
          <a:xfrm>
            <a:off x="10545775" y="1920240"/>
            <a:ext cx="548640" cy="548640"/>
          </a:xfrm>
          <a:prstGeom prst="ellipse">
            <a:avLst/>
          </a:prstGeom>
          <a:solidFill>
            <a:srgbClr val="D9B78C"/>
          </a:solidFill>
          <a:ln w="12700">
            <a:solidFill>
              <a:srgbClr val="D9B78C"/>
            </a:solidFill>
            <a:prstDash val="solid"/>
          </a:ln>
        </p:spPr>
      </p:sp>
      <p:pic>
        <p:nvPicPr>
          <p:cNvPr id="5" name="Image 0" descr="preencoded.png">    </p:cNvPr>
          <p:cNvPicPr>
            <a:picLocks noChangeAspect="1"/>
          </p:cNvPicPr>
          <p:nvPr/>
        </p:nvPicPr>
        <p:blipFill>
          <a:blip r:embed="rId1"/>
          <a:stretch>
            <a:fillRect/>
          </a:stretch>
        </p:blipFill>
        <p:spPr>
          <a:xfrm>
            <a:off x="10682935" y="2057400"/>
            <a:ext cx="274320" cy="274320"/>
          </a:xfrm>
          <a:prstGeom prst="rect">
            <a:avLst/>
          </a:prstGeom>
        </p:spPr>
      </p:pic>
      <p:sp>
        <p:nvSpPr>
          <p:cNvPr id="6" name="Text 3"/>
          <p:cNvSpPr txBox="1"/>
          <p:nvPr/>
        </p:nvSpPr>
        <p:spPr>
          <a:xfrm>
            <a:off x="8310677" y="1920240"/>
            <a:ext cx="2143658" cy="548640"/>
          </a:xfrm>
          <a:prstGeom prst="rect">
            <a:avLst/>
          </a:prstGeom>
          <a:noFill/>
          <a:ln/>
        </p:spPr>
        <p:txBody>
          <a:bodyPr wrap="square" lIns="0" tIns="0" rIns="0" bIns="0" rtlCol="0" anchor="ctr"/>
          <a:lstStyle/>
          <a:p>
            <a:pPr rtl="1" algn="r" indent="0" marL="0">
              <a:buNone/>
            </a:pPr>
            <a:r>
              <a:rPr lang="he-IL" altLang="en-US" sz="1800" b="1" dirty="0">
                <a:solidFill>
                  <a:srgbClr val="1C1F26"/>
                </a:solidFill>
                <a:latin typeface="Arial" pitchFamily="34" charset="0"/>
                <a:ea typeface="Arial" pitchFamily="34" charset="-122"/>
                <a:cs typeface="Arial" pitchFamily="34" charset="-120"/>
              </a:rPr>
              <a:t>לימודים</a:t>
            </a:r>
            <a:endParaRPr lang="he-IL" sz="1800" dirty="0"/>
          </a:p>
        </p:txBody>
      </p:sp>
      <p:sp>
        <p:nvSpPr>
          <p:cNvPr id="7" name="Text 4"/>
          <p:cNvSpPr txBox="1"/>
          <p:nvPr/>
        </p:nvSpPr>
        <p:spPr>
          <a:xfrm>
            <a:off x="8310677" y="2560320"/>
            <a:ext cx="2783738" cy="914400"/>
          </a:xfrm>
          <a:prstGeom prst="rect">
            <a:avLst/>
          </a:prstGeom>
          <a:noFill/>
          <a:ln/>
        </p:spPr>
        <p:txBody>
          <a:bodyPr wrap="square" lIns="0" tIns="0" rIns="0" bIns="0" rtlCol="0" anchor="t"/>
          <a:lstStyle/>
          <a:p>
            <a:pPr rtl="1" algn="r" indent="0" marL="0">
              <a:buNone/>
            </a:pPr>
            <a:r>
              <a:rPr lang="he-IL" altLang="en-US" sz="1350" dirty="0">
                <a:solidFill>
                  <a:srgbClr val="6B7280"/>
                </a:solidFill>
                <a:latin typeface="Arial" pitchFamily="34" charset="0"/>
                <a:ea typeface="Arial" pitchFamily="34" charset="-122"/>
                <a:cs typeface="Arial" pitchFamily="34" charset="-120"/>
              </a:rPr>
              <a:t>הנדסאי בניין, ובקרוב – יזמות וקיימות באוניברסיטת רייכמן.</a:t>
            </a:r>
            <a:endParaRPr lang="he-IL" sz="1350" dirty="0"/>
          </a:p>
        </p:txBody>
      </p:sp>
      <p:sp>
        <p:nvSpPr>
          <p:cNvPr id="8" name="Shape 5"/>
          <p:cNvSpPr/>
          <p:nvPr/>
        </p:nvSpPr>
        <p:spPr>
          <a:xfrm>
            <a:off x="4429658" y="1645920"/>
            <a:ext cx="3332378" cy="1965960"/>
          </a:xfrm>
          <a:prstGeom prst="roundRect">
            <a:avLst>
              <a:gd name="adj" fmla="val 5581"/>
            </a:avLst>
          </a:prstGeom>
          <a:solidFill>
            <a:srgbClr val="FFFFFF"/>
          </a:solidFill>
          <a:ln w="9525">
            <a:solidFill>
              <a:srgbClr val="E2DCD2"/>
            </a:solidFill>
            <a:prstDash val="solid"/>
          </a:ln>
        </p:spPr>
      </p:sp>
      <p:sp>
        <p:nvSpPr>
          <p:cNvPr id="9" name="Shape 6"/>
          <p:cNvSpPr/>
          <p:nvPr/>
        </p:nvSpPr>
        <p:spPr>
          <a:xfrm>
            <a:off x="6939077" y="1920240"/>
            <a:ext cx="548640" cy="548640"/>
          </a:xfrm>
          <a:prstGeom prst="ellipse">
            <a:avLst/>
          </a:prstGeom>
          <a:solidFill>
            <a:srgbClr val="D9B78C"/>
          </a:solidFill>
          <a:ln w="12700">
            <a:solidFill>
              <a:srgbClr val="D9B78C"/>
            </a:solidFill>
            <a:prstDash val="solid"/>
          </a:ln>
        </p:spPr>
      </p:sp>
      <p:pic>
        <p:nvPicPr>
          <p:cNvPr id="10" name="Image 1" descr="preencoded.png">    </p:cNvPr>
          <p:cNvPicPr>
            <a:picLocks noChangeAspect="1"/>
          </p:cNvPicPr>
          <p:nvPr/>
        </p:nvPicPr>
        <p:blipFill>
          <a:blip r:embed="rId2"/>
          <a:stretch>
            <a:fillRect/>
          </a:stretch>
        </p:blipFill>
        <p:spPr>
          <a:xfrm>
            <a:off x="7076237" y="2057400"/>
            <a:ext cx="274320" cy="274320"/>
          </a:xfrm>
          <a:prstGeom prst="rect">
            <a:avLst/>
          </a:prstGeom>
        </p:spPr>
      </p:pic>
      <p:sp>
        <p:nvSpPr>
          <p:cNvPr id="11" name="Text 7"/>
          <p:cNvSpPr txBox="1"/>
          <p:nvPr/>
        </p:nvSpPr>
        <p:spPr>
          <a:xfrm>
            <a:off x="4703978" y="1920240"/>
            <a:ext cx="2143658" cy="548640"/>
          </a:xfrm>
          <a:prstGeom prst="rect">
            <a:avLst/>
          </a:prstGeom>
          <a:noFill/>
          <a:ln/>
        </p:spPr>
        <p:txBody>
          <a:bodyPr wrap="square" lIns="0" tIns="0" rIns="0" bIns="0" rtlCol="0" anchor="ctr"/>
          <a:lstStyle/>
          <a:p>
            <a:pPr rtl="1" algn="r" indent="0" marL="0">
              <a:buNone/>
            </a:pPr>
            <a:r>
              <a:rPr lang="he-IL" altLang="en-US" sz="1800" b="1" dirty="0">
                <a:solidFill>
                  <a:srgbClr val="1C1F26"/>
                </a:solidFill>
                <a:latin typeface="Arial" pitchFamily="34" charset="0"/>
                <a:ea typeface="Arial" pitchFamily="34" charset="-122"/>
                <a:cs typeface="Arial" pitchFamily="34" charset="-120"/>
              </a:rPr>
              <a:t>עבודה</a:t>
            </a:r>
            <a:endParaRPr lang="he-IL" sz="1800" dirty="0"/>
          </a:p>
        </p:txBody>
      </p:sp>
      <p:sp>
        <p:nvSpPr>
          <p:cNvPr id="12" name="Text 8"/>
          <p:cNvSpPr txBox="1"/>
          <p:nvPr/>
        </p:nvSpPr>
        <p:spPr>
          <a:xfrm>
            <a:off x="4703978" y="2560320"/>
            <a:ext cx="2783738" cy="914400"/>
          </a:xfrm>
          <a:prstGeom prst="rect">
            <a:avLst/>
          </a:prstGeom>
          <a:noFill/>
          <a:ln/>
        </p:spPr>
        <p:txBody>
          <a:bodyPr wrap="square" lIns="0" tIns="0" rIns="0" bIns="0" rtlCol="0" anchor="t"/>
          <a:lstStyle/>
          <a:p>
            <a:pPr rtl="1" algn="r" indent="0" marL="0">
              <a:buNone/>
            </a:pPr>
            <a:r>
              <a:rPr lang="he-IL" altLang="en-US" sz="1350" dirty="0">
                <a:solidFill>
                  <a:srgbClr val="6B7280"/>
                </a:solidFill>
                <a:latin typeface="Arial" pitchFamily="34" charset="0"/>
                <a:ea typeface="Arial" pitchFamily="34" charset="-122"/>
                <a:cs typeface="Arial" pitchFamily="34" charset="-120"/>
              </a:rPr>
              <a:t>עבדתי בכל מיני עבודות – כל אחת לימדה אותי משהו.</a:t>
            </a:r>
            <a:endParaRPr lang="he-IL" sz="1350" dirty="0"/>
          </a:p>
        </p:txBody>
      </p:sp>
      <p:sp>
        <p:nvSpPr>
          <p:cNvPr id="13" name="Shape 9"/>
          <p:cNvSpPr/>
          <p:nvPr/>
        </p:nvSpPr>
        <p:spPr>
          <a:xfrm>
            <a:off x="822960" y="1645920"/>
            <a:ext cx="3332378" cy="1965960"/>
          </a:xfrm>
          <a:prstGeom prst="roundRect">
            <a:avLst>
              <a:gd name="adj" fmla="val 5581"/>
            </a:avLst>
          </a:prstGeom>
          <a:solidFill>
            <a:srgbClr val="FFFFFF"/>
          </a:solidFill>
          <a:ln w="9525">
            <a:solidFill>
              <a:srgbClr val="E2DCD2"/>
            </a:solidFill>
            <a:prstDash val="solid"/>
          </a:ln>
        </p:spPr>
      </p:sp>
      <p:sp>
        <p:nvSpPr>
          <p:cNvPr id="14" name="Shape 10"/>
          <p:cNvSpPr/>
          <p:nvPr/>
        </p:nvSpPr>
        <p:spPr>
          <a:xfrm>
            <a:off x="3332378" y="1920240"/>
            <a:ext cx="548640" cy="548640"/>
          </a:xfrm>
          <a:prstGeom prst="ellipse">
            <a:avLst/>
          </a:prstGeom>
          <a:solidFill>
            <a:srgbClr val="D9B78C"/>
          </a:solidFill>
          <a:ln w="12700">
            <a:solidFill>
              <a:srgbClr val="D9B78C"/>
            </a:solidFill>
            <a:prstDash val="solid"/>
          </a:ln>
        </p:spPr>
      </p:sp>
      <p:pic>
        <p:nvPicPr>
          <p:cNvPr id="15" name="Image 2" descr="preencoded.png">    </p:cNvPr>
          <p:cNvPicPr>
            <a:picLocks noChangeAspect="1"/>
          </p:cNvPicPr>
          <p:nvPr/>
        </p:nvPicPr>
        <p:blipFill>
          <a:blip r:embed="rId3"/>
          <a:stretch>
            <a:fillRect/>
          </a:stretch>
        </p:blipFill>
        <p:spPr>
          <a:xfrm>
            <a:off x="3469538" y="2057400"/>
            <a:ext cx="274320" cy="274320"/>
          </a:xfrm>
          <a:prstGeom prst="rect">
            <a:avLst/>
          </a:prstGeom>
        </p:spPr>
      </p:pic>
      <p:sp>
        <p:nvSpPr>
          <p:cNvPr id="16" name="Text 11"/>
          <p:cNvSpPr txBox="1"/>
          <p:nvPr/>
        </p:nvSpPr>
        <p:spPr>
          <a:xfrm>
            <a:off x="1097280" y="1920240"/>
            <a:ext cx="2143658" cy="548640"/>
          </a:xfrm>
          <a:prstGeom prst="rect">
            <a:avLst/>
          </a:prstGeom>
          <a:noFill/>
          <a:ln/>
        </p:spPr>
        <p:txBody>
          <a:bodyPr wrap="square" lIns="0" tIns="0" rIns="0" bIns="0" rtlCol="0" anchor="ctr"/>
          <a:lstStyle/>
          <a:p>
            <a:pPr rtl="1" algn="r" indent="0" marL="0">
              <a:buNone/>
            </a:pPr>
            <a:r>
              <a:rPr lang="he-IL" altLang="en-US" sz="1800" b="1" dirty="0">
                <a:solidFill>
                  <a:srgbClr val="1C1F26"/>
                </a:solidFill>
                <a:latin typeface="Arial" pitchFamily="34" charset="0"/>
                <a:ea typeface="Arial" pitchFamily="34" charset="-122"/>
                <a:cs typeface="Arial" pitchFamily="34" charset="-120"/>
              </a:rPr>
              <a:t>הרצאות</a:t>
            </a:r>
            <a:endParaRPr lang="he-IL" sz="1800" dirty="0"/>
          </a:p>
        </p:txBody>
      </p:sp>
      <p:sp>
        <p:nvSpPr>
          <p:cNvPr id="17" name="Text 12"/>
          <p:cNvSpPr txBox="1"/>
          <p:nvPr/>
        </p:nvSpPr>
        <p:spPr>
          <a:xfrm>
            <a:off x="1097280" y="2560320"/>
            <a:ext cx="2783738" cy="914400"/>
          </a:xfrm>
          <a:prstGeom prst="rect">
            <a:avLst/>
          </a:prstGeom>
          <a:noFill/>
          <a:ln/>
        </p:spPr>
        <p:txBody>
          <a:bodyPr wrap="square" lIns="0" tIns="0" rIns="0" bIns="0" rtlCol="0" anchor="t"/>
          <a:lstStyle/>
          <a:p>
            <a:pPr rtl="1" algn="r" indent="0" marL="0">
              <a:buNone/>
            </a:pPr>
            <a:r>
              <a:rPr lang="he-IL" altLang="en-US" sz="1350" dirty="0">
                <a:solidFill>
                  <a:srgbClr val="6B7280"/>
                </a:solidFill>
                <a:latin typeface="Arial" pitchFamily="34" charset="0"/>
                <a:ea typeface="Arial" pitchFamily="34" charset="-122"/>
                <a:cs typeface="Arial" pitchFamily="34" charset="-120"/>
              </a:rPr>
              <a:t>לעמוד מול אנשים ולספר. לא בשביל רחמים.</a:t>
            </a:r>
            <a:endParaRPr lang="he-IL" sz="1350" dirty="0"/>
          </a:p>
        </p:txBody>
      </p:sp>
      <p:sp>
        <p:nvSpPr>
          <p:cNvPr id="18" name="Shape 13"/>
          <p:cNvSpPr/>
          <p:nvPr/>
        </p:nvSpPr>
        <p:spPr>
          <a:xfrm>
            <a:off x="8036357" y="3886200"/>
            <a:ext cx="3332378" cy="1965960"/>
          </a:xfrm>
          <a:prstGeom prst="roundRect">
            <a:avLst>
              <a:gd name="adj" fmla="val 5581"/>
            </a:avLst>
          </a:prstGeom>
          <a:solidFill>
            <a:srgbClr val="FFFFFF"/>
          </a:solidFill>
          <a:ln w="9525">
            <a:solidFill>
              <a:srgbClr val="E2DCD2"/>
            </a:solidFill>
            <a:prstDash val="solid"/>
          </a:ln>
        </p:spPr>
      </p:sp>
      <p:sp>
        <p:nvSpPr>
          <p:cNvPr id="19" name="Shape 14"/>
          <p:cNvSpPr/>
          <p:nvPr/>
        </p:nvSpPr>
        <p:spPr>
          <a:xfrm>
            <a:off x="10545775" y="4160520"/>
            <a:ext cx="548640" cy="548640"/>
          </a:xfrm>
          <a:prstGeom prst="ellipse">
            <a:avLst/>
          </a:prstGeom>
          <a:solidFill>
            <a:srgbClr val="D9B78C"/>
          </a:solidFill>
          <a:ln w="12700">
            <a:solidFill>
              <a:srgbClr val="D9B78C"/>
            </a:solidFill>
            <a:prstDash val="solid"/>
          </a:ln>
        </p:spPr>
      </p:sp>
      <p:pic>
        <p:nvPicPr>
          <p:cNvPr id="20" name="Image 3" descr="preencoded.png">    </p:cNvPr>
          <p:cNvPicPr>
            <a:picLocks noChangeAspect="1"/>
          </p:cNvPicPr>
          <p:nvPr/>
        </p:nvPicPr>
        <p:blipFill>
          <a:blip r:embed="rId4"/>
          <a:stretch>
            <a:fillRect/>
          </a:stretch>
        </p:blipFill>
        <p:spPr>
          <a:xfrm>
            <a:off x="10682935" y="4297680"/>
            <a:ext cx="274320" cy="274320"/>
          </a:xfrm>
          <a:prstGeom prst="rect">
            <a:avLst/>
          </a:prstGeom>
        </p:spPr>
      </p:pic>
      <p:sp>
        <p:nvSpPr>
          <p:cNvPr id="21" name="Text 15"/>
          <p:cNvSpPr txBox="1"/>
          <p:nvPr/>
        </p:nvSpPr>
        <p:spPr>
          <a:xfrm>
            <a:off x="8310677" y="4160520"/>
            <a:ext cx="2143658" cy="548640"/>
          </a:xfrm>
          <a:prstGeom prst="rect">
            <a:avLst/>
          </a:prstGeom>
          <a:noFill/>
          <a:ln/>
        </p:spPr>
        <p:txBody>
          <a:bodyPr wrap="square" lIns="0" tIns="0" rIns="0" bIns="0" rtlCol="0" anchor="ctr"/>
          <a:lstStyle/>
          <a:p>
            <a:pPr rtl="1" algn="r" indent="0" marL="0">
              <a:buNone/>
            </a:pPr>
            <a:r>
              <a:rPr lang="he-IL" altLang="en-US" sz="1800" b="1" dirty="0">
                <a:solidFill>
                  <a:srgbClr val="1C1F26"/>
                </a:solidFill>
                <a:latin typeface="Arial" pitchFamily="34" charset="0"/>
                <a:ea typeface="Arial" pitchFamily="34" charset="-122"/>
                <a:cs typeface="Arial" pitchFamily="34" charset="-120"/>
              </a:rPr>
              <a:t>קורסים והתנסויות</a:t>
            </a:r>
            <a:endParaRPr lang="he-IL" sz="1800" dirty="0"/>
          </a:p>
        </p:txBody>
      </p:sp>
      <p:sp>
        <p:nvSpPr>
          <p:cNvPr id="22" name="Text 16"/>
          <p:cNvSpPr txBox="1"/>
          <p:nvPr/>
        </p:nvSpPr>
        <p:spPr>
          <a:xfrm>
            <a:off x="8310677" y="4800600"/>
            <a:ext cx="2783738" cy="914400"/>
          </a:xfrm>
          <a:prstGeom prst="rect">
            <a:avLst/>
          </a:prstGeom>
          <a:noFill/>
          <a:ln/>
        </p:spPr>
        <p:txBody>
          <a:bodyPr wrap="square" lIns="0" tIns="0" rIns="0" bIns="0" rtlCol="0" anchor="t"/>
          <a:lstStyle/>
          <a:p>
            <a:pPr rtl="1" algn="r" indent="0" marL="0">
              <a:buNone/>
            </a:pPr>
            <a:r>
              <a:rPr lang="he-IL" altLang="en-US" sz="1350" dirty="0">
                <a:solidFill>
                  <a:srgbClr val="6B7280"/>
                </a:solidFill>
                <a:latin typeface="Arial" pitchFamily="34" charset="0"/>
                <a:ea typeface="Arial" pitchFamily="34" charset="-122"/>
                <a:cs typeface="Arial" pitchFamily="34" charset="-120"/>
              </a:rPr>
              <a:t>מיציתי את עצמי עד הקצה: קורסים, טיולים בעולם, ניסיון בכל דבר.</a:t>
            </a:r>
            <a:endParaRPr lang="he-IL" sz="1350" dirty="0"/>
          </a:p>
        </p:txBody>
      </p:sp>
      <p:sp>
        <p:nvSpPr>
          <p:cNvPr id="23" name="Shape 17"/>
          <p:cNvSpPr/>
          <p:nvPr/>
        </p:nvSpPr>
        <p:spPr>
          <a:xfrm>
            <a:off x="4429658" y="3886200"/>
            <a:ext cx="3332378" cy="1965960"/>
          </a:xfrm>
          <a:prstGeom prst="roundRect">
            <a:avLst>
              <a:gd name="adj" fmla="val 5581"/>
            </a:avLst>
          </a:prstGeom>
          <a:solidFill>
            <a:srgbClr val="FFFFFF"/>
          </a:solidFill>
          <a:ln w="9525">
            <a:solidFill>
              <a:srgbClr val="E2DCD2"/>
            </a:solidFill>
            <a:prstDash val="solid"/>
          </a:ln>
        </p:spPr>
      </p:sp>
      <p:sp>
        <p:nvSpPr>
          <p:cNvPr id="24" name="Shape 18"/>
          <p:cNvSpPr/>
          <p:nvPr/>
        </p:nvSpPr>
        <p:spPr>
          <a:xfrm>
            <a:off x="6939077" y="4160520"/>
            <a:ext cx="548640" cy="548640"/>
          </a:xfrm>
          <a:prstGeom prst="ellipse">
            <a:avLst/>
          </a:prstGeom>
          <a:solidFill>
            <a:srgbClr val="D9B78C"/>
          </a:solidFill>
          <a:ln w="12700">
            <a:solidFill>
              <a:srgbClr val="D9B78C"/>
            </a:solidFill>
            <a:prstDash val="solid"/>
          </a:ln>
        </p:spPr>
      </p:sp>
      <p:pic>
        <p:nvPicPr>
          <p:cNvPr id="25" name="Image 4" descr="preencoded.png">    </p:cNvPr>
          <p:cNvPicPr>
            <a:picLocks noChangeAspect="1"/>
          </p:cNvPicPr>
          <p:nvPr/>
        </p:nvPicPr>
        <p:blipFill>
          <a:blip r:embed="rId5"/>
          <a:stretch>
            <a:fillRect/>
          </a:stretch>
        </p:blipFill>
        <p:spPr>
          <a:xfrm>
            <a:off x="7076237" y="4297680"/>
            <a:ext cx="274320" cy="274320"/>
          </a:xfrm>
          <a:prstGeom prst="rect">
            <a:avLst/>
          </a:prstGeom>
        </p:spPr>
      </p:pic>
      <p:sp>
        <p:nvSpPr>
          <p:cNvPr id="26" name="Text 19"/>
          <p:cNvSpPr txBox="1"/>
          <p:nvPr/>
        </p:nvSpPr>
        <p:spPr>
          <a:xfrm>
            <a:off x="4703978" y="4160520"/>
            <a:ext cx="2143658" cy="548640"/>
          </a:xfrm>
          <a:prstGeom prst="rect">
            <a:avLst/>
          </a:prstGeom>
          <a:noFill/>
          <a:ln/>
        </p:spPr>
        <p:txBody>
          <a:bodyPr wrap="square" lIns="0" tIns="0" rIns="0" bIns="0" rtlCol="0" anchor="ctr"/>
          <a:lstStyle/>
          <a:p>
            <a:pPr rtl="1" algn="r" indent="0" marL="0">
              <a:buNone/>
            </a:pPr>
            <a:r>
              <a:rPr lang="he-IL" altLang="en-US" sz="1800" b="1" dirty="0">
                <a:solidFill>
                  <a:srgbClr val="1C1F26"/>
                </a:solidFill>
                <a:latin typeface="Arial" pitchFamily="34" charset="0"/>
                <a:ea typeface="Arial" pitchFamily="34" charset="-122"/>
                <a:cs typeface="Arial" pitchFamily="34" charset="-120"/>
              </a:rPr>
              <a:t>מטרות</a:t>
            </a:r>
            <a:endParaRPr lang="he-IL" sz="1800" dirty="0"/>
          </a:p>
        </p:txBody>
      </p:sp>
      <p:sp>
        <p:nvSpPr>
          <p:cNvPr id="27" name="Text 20"/>
          <p:cNvSpPr txBox="1"/>
          <p:nvPr/>
        </p:nvSpPr>
        <p:spPr>
          <a:xfrm>
            <a:off x="4703978" y="4800600"/>
            <a:ext cx="2783738" cy="914400"/>
          </a:xfrm>
          <a:prstGeom prst="rect">
            <a:avLst/>
          </a:prstGeom>
          <a:noFill/>
          <a:ln/>
        </p:spPr>
        <p:txBody>
          <a:bodyPr wrap="square" lIns="0" tIns="0" rIns="0" bIns="0" rtlCol="0" anchor="t"/>
          <a:lstStyle/>
          <a:p>
            <a:pPr rtl="1" algn="r" indent="0" marL="0">
              <a:buNone/>
            </a:pPr>
            <a:r>
              <a:rPr lang="he-IL" altLang="en-US" sz="1350" dirty="0">
                <a:solidFill>
                  <a:srgbClr val="6B7280"/>
                </a:solidFill>
                <a:latin typeface="Arial" pitchFamily="34" charset="0"/>
                <a:ea typeface="Arial" pitchFamily="34" charset="-122"/>
                <a:cs typeface="Arial" pitchFamily="34" charset="-120"/>
              </a:rPr>
              <a:t>יעדים ברורים לשנה הקרובה – ולחמש הבאות.</a:t>
            </a:r>
            <a:endParaRPr lang="he-IL" sz="1350" dirty="0"/>
          </a:p>
        </p:txBody>
      </p:sp>
      <p:sp>
        <p:nvSpPr>
          <p:cNvPr id="28" name="Shape 21"/>
          <p:cNvSpPr/>
          <p:nvPr/>
        </p:nvSpPr>
        <p:spPr>
          <a:xfrm>
            <a:off x="822960" y="3886200"/>
            <a:ext cx="3332378" cy="1965960"/>
          </a:xfrm>
          <a:prstGeom prst="roundRect">
            <a:avLst>
              <a:gd name="adj" fmla="val 5581"/>
            </a:avLst>
          </a:prstGeom>
          <a:solidFill>
            <a:srgbClr val="FFFFFF"/>
          </a:solidFill>
          <a:ln w="9525">
            <a:solidFill>
              <a:srgbClr val="E2DCD2"/>
            </a:solidFill>
            <a:prstDash val="solid"/>
          </a:ln>
        </p:spPr>
      </p:sp>
      <p:sp>
        <p:nvSpPr>
          <p:cNvPr id="29" name="Shape 22"/>
          <p:cNvSpPr/>
          <p:nvPr/>
        </p:nvSpPr>
        <p:spPr>
          <a:xfrm>
            <a:off x="3332378" y="4160520"/>
            <a:ext cx="548640" cy="548640"/>
          </a:xfrm>
          <a:prstGeom prst="ellipse">
            <a:avLst/>
          </a:prstGeom>
          <a:solidFill>
            <a:srgbClr val="D9B78C"/>
          </a:solidFill>
          <a:ln w="12700">
            <a:solidFill>
              <a:srgbClr val="D9B78C"/>
            </a:solidFill>
            <a:prstDash val="solid"/>
          </a:ln>
        </p:spPr>
      </p:sp>
      <p:pic>
        <p:nvPicPr>
          <p:cNvPr id="30" name="Image 5" descr="preencoded.png">    </p:cNvPr>
          <p:cNvPicPr>
            <a:picLocks noChangeAspect="1"/>
          </p:cNvPicPr>
          <p:nvPr/>
        </p:nvPicPr>
        <p:blipFill>
          <a:blip r:embed="rId6"/>
          <a:stretch>
            <a:fillRect/>
          </a:stretch>
        </p:blipFill>
        <p:spPr>
          <a:xfrm>
            <a:off x="3469538" y="4297680"/>
            <a:ext cx="274320" cy="274320"/>
          </a:xfrm>
          <a:prstGeom prst="rect">
            <a:avLst/>
          </a:prstGeom>
        </p:spPr>
      </p:pic>
      <p:sp>
        <p:nvSpPr>
          <p:cNvPr id="31" name="Text 23"/>
          <p:cNvSpPr txBox="1"/>
          <p:nvPr/>
        </p:nvSpPr>
        <p:spPr>
          <a:xfrm>
            <a:off x="1097280" y="4160520"/>
            <a:ext cx="2143658" cy="548640"/>
          </a:xfrm>
          <a:prstGeom prst="rect">
            <a:avLst/>
          </a:prstGeom>
          <a:noFill/>
          <a:ln/>
        </p:spPr>
        <p:txBody>
          <a:bodyPr wrap="square" lIns="0" tIns="0" rIns="0" bIns="0" rtlCol="0" anchor="ctr"/>
          <a:lstStyle/>
          <a:p>
            <a:pPr rtl="1" algn="r" indent="0" marL="0">
              <a:buNone/>
            </a:pPr>
            <a:r>
              <a:rPr lang="he-IL" altLang="en-US" sz="1800" b="1" dirty="0">
                <a:solidFill>
                  <a:srgbClr val="1C1F26"/>
                </a:solidFill>
                <a:latin typeface="Arial" pitchFamily="34" charset="0"/>
                <a:ea typeface="Arial" pitchFamily="34" charset="-122"/>
                <a:cs typeface="Arial" pitchFamily="34" charset="-120"/>
              </a:rPr>
              <a:t>הרצון להתפתח</a:t>
            </a:r>
            <a:endParaRPr lang="he-IL" sz="1800" dirty="0"/>
          </a:p>
        </p:txBody>
      </p:sp>
      <p:sp>
        <p:nvSpPr>
          <p:cNvPr id="32" name="Text 24"/>
          <p:cNvSpPr txBox="1"/>
          <p:nvPr/>
        </p:nvSpPr>
        <p:spPr>
          <a:xfrm>
            <a:off x="1097280" y="4800600"/>
            <a:ext cx="2783738" cy="914400"/>
          </a:xfrm>
          <a:prstGeom prst="rect">
            <a:avLst/>
          </a:prstGeom>
          <a:noFill/>
          <a:ln/>
        </p:spPr>
        <p:txBody>
          <a:bodyPr wrap="square" lIns="0" tIns="0" rIns="0" bIns="0" rtlCol="0" anchor="t"/>
          <a:lstStyle/>
          <a:p>
            <a:pPr rtl="1" algn="r" indent="0" marL="0">
              <a:buNone/>
            </a:pPr>
            <a:r>
              <a:rPr lang="he-IL" altLang="en-US" sz="1350" dirty="0">
                <a:solidFill>
                  <a:srgbClr val="6B7280"/>
                </a:solidFill>
                <a:latin typeface="Arial" pitchFamily="34" charset="0"/>
                <a:ea typeface="Arial" pitchFamily="34" charset="-122"/>
                <a:cs typeface="Arial" pitchFamily="34" charset="-120"/>
              </a:rPr>
              <a:t>לא לעצור. תמיד אפשר להיות יותר טוב.</a:t>
            </a:r>
            <a:endParaRPr lang="he-IL" sz="1350" dirty="0"/>
          </a:p>
        </p:txBody>
      </p:sp>
      <p:sp>
        <p:nvSpPr>
          <p:cNvPr id="33" name="Text 25"/>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6B7280"/>
                </a:solidFill>
                <a:latin typeface="Arial" pitchFamily="34" charset="0"/>
                <a:ea typeface="Arial" pitchFamily="34" charset="-122"/>
                <a:cs typeface="Arial" pitchFamily="34" charset="-120"/>
              </a:rPr>
              <a:t>22</a:t>
            </a:r>
            <a:endParaRPr lang="he-IL"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822960" y="731520"/>
            <a:ext cx="10545775" cy="731520"/>
          </a:xfrm>
          <a:prstGeom prst="rect">
            <a:avLst/>
          </a:prstGeom>
          <a:noFill/>
          <a:ln/>
        </p:spPr>
        <p:txBody>
          <a:bodyPr wrap="square" lIns="0" tIns="0" rIns="0" bIns="0" rtlCol="0" anchor="t"/>
          <a:lstStyle/>
          <a:p>
            <a:pPr rtl="1" algn="ctr" indent="0" marL="0">
              <a:buNone/>
            </a:pPr>
            <a:r>
              <a:rPr lang="he-IL" altLang="en-US" sz="2800" b="1" dirty="0">
                <a:solidFill>
                  <a:srgbClr val="A7ADB8"/>
                </a:solidFill>
                <a:latin typeface="Arial" pitchFamily="34" charset="0"/>
                <a:ea typeface="Arial" pitchFamily="34" charset="-122"/>
                <a:cs typeface="Arial" pitchFamily="34" charset="-120"/>
              </a:rPr>
              <a:t>למה אני עומד פה?</a:t>
            </a:r>
            <a:endParaRPr lang="he-IL" sz="2800" dirty="0"/>
          </a:p>
        </p:txBody>
      </p:sp>
      <p:sp>
        <p:nvSpPr>
          <p:cNvPr id="3" name="Text 1"/>
          <p:cNvSpPr txBox="1"/>
          <p:nvPr/>
        </p:nvSpPr>
        <p:spPr>
          <a:xfrm>
            <a:off x="822960" y="1554480"/>
            <a:ext cx="10545775" cy="640080"/>
          </a:xfrm>
          <a:prstGeom prst="rect">
            <a:avLst/>
          </a:prstGeom>
          <a:noFill/>
          <a:ln/>
        </p:spPr>
        <p:txBody>
          <a:bodyPr wrap="square" lIns="0" tIns="0" rIns="0" bIns="0" rtlCol="0" anchor="t"/>
          <a:lstStyle/>
          <a:p>
            <a:pPr rtl="1" algn="ctr" indent="0" marL="0">
              <a:buNone/>
            </a:pPr>
            <a:r>
              <a:rPr lang="he-IL" altLang="en-US" sz="2200" dirty="0">
                <a:solidFill>
                  <a:srgbClr val="FFFFFF"/>
                </a:solidFill>
                <a:latin typeface="Arial" pitchFamily="34" charset="0"/>
                <a:ea typeface="Arial" pitchFamily="34" charset="-122"/>
                <a:cs typeface="Arial" pitchFamily="34" charset="-120"/>
              </a:rPr>
              <a:t>לא בשביל שירחמו עליי.   לא בשביל ״איזה גיבור״.</a:t>
            </a:r>
            <a:endParaRPr lang="he-IL" sz="2200" dirty="0"/>
          </a:p>
        </p:txBody>
      </p:sp>
      <p:sp>
        <p:nvSpPr>
          <p:cNvPr id="4" name="Shape 2"/>
          <p:cNvSpPr/>
          <p:nvPr/>
        </p:nvSpPr>
        <p:spPr>
          <a:xfrm>
            <a:off x="1280160" y="2651760"/>
            <a:ext cx="9631375" cy="2651760"/>
          </a:xfrm>
          <a:prstGeom prst="roundRect">
            <a:avLst>
              <a:gd name="adj" fmla="val 5172"/>
            </a:avLst>
          </a:prstGeom>
          <a:solidFill>
            <a:srgbClr val="171C24"/>
          </a:solidFill>
          <a:ln w="9525">
            <a:solidFill>
              <a:srgbClr val="2A313C"/>
            </a:solidFill>
            <a:prstDash val="solid"/>
          </a:ln>
        </p:spPr>
      </p:sp>
      <p:pic>
        <p:nvPicPr>
          <p:cNvPr id="5" name="Image 0" descr="preencoded.png">    </p:cNvPr>
          <p:cNvPicPr>
            <a:picLocks noChangeAspect="1"/>
          </p:cNvPicPr>
          <p:nvPr/>
        </p:nvPicPr>
        <p:blipFill>
          <a:blip r:embed="rId1"/>
          <a:stretch>
            <a:fillRect/>
          </a:stretch>
        </p:blipFill>
        <p:spPr>
          <a:xfrm>
            <a:off x="9905695" y="2926080"/>
            <a:ext cx="640080" cy="640080"/>
          </a:xfrm>
          <a:prstGeom prst="rect">
            <a:avLst/>
          </a:prstGeom>
        </p:spPr>
      </p:pic>
      <p:sp>
        <p:nvSpPr>
          <p:cNvPr id="6" name="Text 3"/>
          <p:cNvSpPr txBox="1"/>
          <p:nvPr/>
        </p:nvSpPr>
        <p:spPr>
          <a:xfrm>
            <a:off x="1737360" y="3108960"/>
            <a:ext cx="7894015" cy="2011680"/>
          </a:xfrm>
          <a:prstGeom prst="rect">
            <a:avLst/>
          </a:prstGeom>
          <a:noFill/>
          <a:ln/>
        </p:spPr>
        <p:txBody>
          <a:bodyPr wrap="square" lIns="0" tIns="0" rIns="0" bIns="0" rtlCol="0" anchor="ctr"/>
          <a:lstStyle/>
          <a:p>
            <a:pPr rtl="1" algn="r" indent="0" marL="0">
              <a:buNone/>
            </a:pPr>
            <a:r>
              <a:rPr lang="he-IL" altLang="en-US" sz="2400" b="1" dirty="0">
                <a:solidFill>
                  <a:srgbClr val="FFFFFF"/>
                </a:solidFill>
                <a:latin typeface="Arial" pitchFamily="34" charset="0"/>
                <a:ea typeface="Arial" pitchFamily="34" charset="-122"/>
                <a:cs typeface="Arial" pitchFamily="34" charset="-120"/>
              </a:rPr>
              <a:t>״אני מספר לכם את הסיפור שלי כי אם בן אדם אחד כאן יחליט לקחת אחריות על החיים שלו בגלל משהו שהוא שמע ממני – היה שווה לי לספר אותו.״</a:t>
            </a:r>
            <a:endParaRPr lang="he-IL" sz="2400" dirty="0"/>
          </a:p>
        </p:txBody>
      </p:sp>
      <p:sp>
        <p:nvSpPr>
          <p:cNvPr id="7" name="Text 4"/>
          <p:cNvSpPr txBox="1"/>
          <p:nvPr/>
        </p:nvSpPr>
        <p:spPr>
          <a:xfrm>
            <a:off x="822960" y="5577840"/>
            <a:ext cx="10545775" cy="548640"/>
          </a:xfrm>
          <a:prstGeom prst="rect">
            <a:avLst/>
          </a:prstGeom>
          <a:noFill/>
          <a:ln/>
        </p:spPr>
        <p:txBody>
          <a:bodyPr wrap="square" lIns="0" tIns="0" rIns="0" bIns="0" rtlCol="0" anchor="t"/>
          <a:lstStyle/>
          <a:p>
            <a:pPr rtl="1" algn="ctr" indent="0" marL="0">
              <a:buNone/>
            </a:pPr>
            <a:r>
              <a:rPr lang="he-IL" altLang="en-US" sz="1800" dirty="0">
                <a:solidFill>
                  <a:srgbClr val="D9B78C"/>
                </a:solidFill>
                <a:latin typeface="Arial" pitchFamily="34" charset="0"/>
                <a:ea typeface="Arial" pitchFamily="34" charset="-122"/>
                <a:cs typeface="Arial" pitchFamily="34" charset="-120"/>
              </a:rPr>
              <a:t>לא תמיד אפשר לבחור את הסיפור שקיבלת. אפשר לבחור מה אתה עושה איתו.</a:t>
            </a:r>
            <a:endParaRPr lang="he-IL" sz="1800" dirty="0"/>
          </a:p>
        </p:txBody>
      </p:sp>
      <p:sp>
        <p:nvSpPr>
          <p:cNvPr id="8" name="Text 5"/>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23</a:t>
            </a:r>
            <a:endParaRPr lang="he-IL"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914400" y="1371600"/>
            <a:ext cx="10362895" cy="731520"/>
          </a:xfrm>
          <a:prstGeom prst="rect">
            <a:avLst/>
          </a:prstGeom>
          <a:noFill/>
          <a:ln/>
        </p:spPr>
        <p:txBody>
          <a:bodyPr wrap="square" lIns="0" tIns="0" rIns="0" bIns="0" rtlCol="0" anchor="t"/>
          <a:lstStyle/>
          <a:p>
            <a:pPr rtl="1" algn="ctr" indent="0" marL="0">
              <a:buNone/>
            </a:pPr>
            <a:r>
              <a:rPr lang="he-IL" altLang="en-US" sz="2800" dirty="0">
                <a:solidFill>
                  <a:srgbClr val="A7ADB8"/>
                </a:solidFill>
                <a:latin typeface="Arial" pitchFamily="34" charset="0"/>
                <a:ea typeface="Arial" pitchFamily="34" charset="-122"/>
                <a:cs typeface="Arial" pitchFamily="34" charset="-120"/>
              </a:rPr>
              <a:t>אז חשבתי שההחלטה הכי חשובה שקיבלתי</a:t>
            </a:r>
            <a:endParaRPr lang="he-IL" sz="2800" dirty="0"/>
          </a:p>
        </p:txBody>
      </p:sp>
      <p:sp>
        <p:nvSpPr>
          <p:cNvPr id="3" name="Text 1"/>
          <p:cNvSpPr txBox="1"/>
          <p:nvPr/>
        </p:nvSpPr>
        <p:spPr>
          <a:xfrm>
            <a:off x="914400" y="2103120"/>
            <a:ext cx="10362895" cy="822960"/>
          </a:xfrm>
          <a:prstGeom prst="rect">
            <a:avLst/>
          </a:prstGeom>
          <a:noFill/>
          <a:ln/>
        </p:spPr>
        <p:txBody>
          <a:bodyPr wrap="square" lIns="0" tIns="0" rIns="0" bIns="0" rtlCol="0" anchor="t"/>
          <a:lstStyle/>
          <a:p>
            <a:pPr rtl="1" algn="ctr" indent="0" marL="0">
              <a:buNone/>
            </a:pPr>
            <a:r>
              <a:rPr lang="he-IL" altLang="en-US" sz="3400" b="1" dirty="0">
                <a:solidFill>
                  <a:srgbClr val="A7ADB8"/>
                </a:solidFill>
                <a:latin typeface="Arial" pitchFamily="34" charset="0"/>
                <a:ea typeface="Arial" pitchFamily="34" charset="-122"/>
                <a:cs typeface="Arial" pitchFamily="34" charset="-120"/>
              </a:rPr>
              <a:t>הייתה להמשיך להילחם.</a:t>
            </a:r>
            <a:endParaRPr lang="he-IL" sz="3400" dirty="0"/>
          </a:p>
        </p:txBody>
      </p:sp>
      <p:sp>
        <p:nvSpPr>
          <p:cNvPr id="4" name="Text 2"/>
          <p:cNvSpPr txBox="1"/>
          <p:nvPr/>
        </p:nvSpPr>
        <p:spPr>
          <a:xfrm>
            <a:off x="914400" y="3383280"/>
            <a:ext cx="10362895" cy="731520"/>
          </a:xfrm>
          <a:prstGeom prst="rect">
            <a:avLst/>
          </a:prstGeom>
          <a:noFill/>
          <a:ln/>
        </p:spPr>
        <p:txBody>
          <a:bodyPr wrap="square" lIns="0" tIns="0" rIns="0" bIns="0" rtlCol="0" anchor="t"/>
          <a:lstStyle/>
          <a:p>
            <a:pPr rtl="1" algn="ctr" indent="0" marL="0">
              <a:buNone/>
            </a:pPr>
            <a:r>
              <a:rPr lang="he-IL" altLang="en-US" sz="2800" dirty="0">
                <a:solidFill>
                  <a:srgbClr val="FFFFFF"/>
                </a:solidFill>
                <a:latin typeface="Arial" pitchFamily="34" charset="0"/>
                <a:ea typeface="Arial" pitchFamily="34" charset="-122"/>
                <a:cs typeface="Arial" pitchFamily="34" charset="-120"/>
              </a:rPr>
              <a:t>היום אני מבין שההחלטה החשובה באמת הייתה</a:t>
            </a:r>
            <a:endParaRPr lang="he-IL" sz="2800" dirty="0"/>
          </a:p>
        </p:txBody>
      </p:sp>
      <p:sp>
        <p:nvSpPr>
          <p:cNvPr id="5" name="Text 3"/>
          <p:cNvSpPr txBox="1"/>
          <p:nvPr/>
        </p:nvSpPr>
        <p:spPr>
          <a:xfrm>
            <a:off x="914400" y="4114800"/>
            <a:ext cx="10362895" cy="1005840"/>
          </a:xfrm>
          <a:prstGeom prst="rect">
            <a:avLst/>
          </a:prstGeom>
          <a:noFill/>
          <a:ln/>
        </p:spPr>
        <p:txBody>
          <a:bodyPr wrap="square" lIns="0" tIns="0" rIns="0" bIns="0" rtlCol="0" anchor="t"/>
          <a:lstStyle/>
          <a:p>
            <a:pPr rtl="1" algn="ctr" indent="0" marL="0">
              <a:buNone/>
            </a:pPr>
            <a:r>
              <a:rPr lang="he-IL" altLang="en-US" sz="4200" b="1" dirty="0">
                <a:solidFill>
                  <a:srgbClr val="D9B78C"/>
                </a:solidFill>
                <a:latin typeface="Arial" pitchFamily="34" charset="0"/>
                <a:ea typeface="Arial" pitchFamily="34" charset="-122"/>
                <a:cs typeface="Arial" pitchFamily="34" charset="-120"/>
              </a:rPr>
              <a:t>מה אני עושה אחרי שהמלחמה נגמרה.</a:t>
            </a:r>
            <a:endParaRPr lang="he-IL" sz="4200" dirty="0"/>
          </a:p>
        </p:txBody>
      </p:sp>
      <p:sp>
        <p:nvSpPr>
          <p:cNvPr id="6" name="Text 4"/>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24</a:t>
            </a:r>
            <a:endParaRPr lang="he-IL"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9B78C"/>
        </a:solidFill>
      </p:bgPr>
    </p:bg>
    <p:spTree>
      <p:nvGrpSpPr>
        <p:cNvPr id="1" name=""/>
        <p:cNvGrpSpPr/>
        <p:nvPr/>
      </p:nvGrpSpPr>
      <p:grpSpPr>
        <a:xfrm>
          <a:off x="0" y="0"/>
          <a:ext cx="0" cy="0"/>
          <a:chOff x="0" y="0"/>
          <a:chExt cx="0" cy="0"/>
        </a:xfrm>
      </p:grpSpPr>
      <p:sp>
        <p:nvSpPr>
          <p:cNvPr id="2" name="Text 0"/>
          <p:cNvSpPr txBox="1"/>
          <p:nvPr/>
        </p:nvSpPr>
        <p:spPr>
          <a:xfrm>
            <a:off x="914400" y="1828800"/>
            <a:ext cx="10362895" cy="914400"/>
          </a:xfrm>
          <a:prstGeom prst="rect">
            <a:avLst/>
          </a:prstGeom>
          <a:noFill/>
          <a:ln/>
        </p:spPr>
        <p:txBody>
          <a:bodyPr wrap="square" lIns="0" tIns="0" rIns="0" bIns="0" rtlCol="0" anchor="t"/>
          <a:lstStyle/>
          <a:p>
            <a:pPr rtl="1" algn="ctr" indent="0" marL="0">
              <a:buNone/>
            </a:pPr>
            <a:r>
              <a:rPr lang="he-IL" altLang="en-US" sz="3600" b="1" dirty="0">
                <a:solidFill>
                  <a:srgbClr val="5A4A30"/>
                </a:solidFill>
                <a:latin typeface="Arial" pitchFamily="34" charset="0"/>
                <a:ea typeface="Arial" pitchFamily="34" charset="-122"/>
                <a:cs typeface="Arial" pitchFamily="34" charset="-120"/>
              </a:rPr>
              <a:t>לא תמיד אנחנו בוחרים את מה שקורה לנו.</a:t>
            </a:r>
            <a:endParaRPr lang="he-IL" sz="3600" dirty="0"/>
          </a:p>
        </p:txBody>
      </p:sp>
      <p:sp>
        <p:nvSpPr>
          <p:cNvPr id="3" name="Text 1"/>
          <p:cNvSpPr txBox="1"/>
          <p:nvPr/>
        </p:nvSpPr>
        <p:spPr>
          <a:xfrm>
            <a:off x="914400" y="2834640"/>
            <a:ext cx="10362895" cy="1188720"/>
          </a:xfrm>
          <a:prstGeom prst="rect">
            <a:avLst/>
          </a:prstGeom>
          <a:noFill/>
          <a:ln/>
        </p:spPr>
        <p:txBody>
          <a:bodyPr wrap="square" lIns="0" tIns="0" rIns="0" bIns="0" rtlCol="0" anchor="t"/>
          <a:lstStyle/>
          <a:p>
            <a:pPr rtl="1" algn="ctr" indent="0" marL="0">
              <a:buNone/>
            </a:pPr>
            <a:r>
              <a:rPr lang="he-IL" altLang="en-US" sz="4600" b="1" dirty="0">
                <a:solidFill>
                  <a:srgbClr val="0E1116"/>
                </a:solidFill>
                <a:latin typeface="Arial" pitchFamily="34" charset="0"/>
                <a:ea typeface="Arial" pitchFamily="34" charset="-122"/>
                <a:cs typeface="Arial" pitchFamily="34" charset="-120"/>
              </a:rPr>
              <a:t>אבל אנחנו כן בוחרים מה אנחנו עושים מכאן.</a:t>
            </a:r>
            <a:endParaRPr lang="he-IL" sz="4600" dirty="0"/>
          </a:p>
        </p:txBody>
      </p:sp>
      <p:sp>
        <p:nvSpPr>
          <p:cNvPr id="4" name="Text 2"/>
          <p:cNvSpPr txBox="1"/>
          <p:nvPr/>
        </p:nvSpPr>
        <p:spPr>
          <a:xfrm>
            <a:off x="914400" y="4754880"/>
            <a:ext cx="10362895" cy="731520"/>
          </a:xfrm>
          <a:prstGeom prst="rect">
            <a:avLst/>
          </a:prstGeom>
          <a:noFill/>
          <a:ln/>
        </p:spPr>
        <p:txBody>
          <a:bodyPr wrap="square" lIns="0" tIns="0" rIns="0" bIns="0" rtlCol="0" anchor="t"/>
          <a:lstStyle/>
          <a:p>
            <a:pPr rtl="1" algn="ctr" indent="0" marL="0">
              <a:buNone/>
            </a:pPr>
            <a:r>
              <a:rPr lang="he-IL" altLang="en-US" sz="2800" b="1" dirty="0">
                <a:solidFill>
                  <a:srgbClr val="0E1116"/>
                </a:solidFill>
                <a:latin typeface="Arial" pitchFamily="34" charset="0"/>
                <a:ea typeface="Arial" pitchFamily="34" charset="-122"/>
                <a:cs typeface="Arial" pitchFamily="34" charset="-120"/>
              </a:rPr>
              <a:t>תודה.</a:t>
            </a:r>
            <a:endParaRPr lang="he-IL" sz="2800" dirty="0"/>
          </a:p>
        </p:txBody>
      </p:sp>
      <p:sp>
        <p:nvSpPr>
          <p:cNvPr id="5" name="Text 3"/>
          <p:cNvSpPr txBox="1"/>
          <p:nvPr/>
        </p:nvSpPr>
        <p:spPr>
          <a:xfrm>
            <a:off x="914400" y="5577840"/>
            <a:ext cx="10362895" cy="457200"/>
          </a:xfrm>
          <a:prstGeom prst="rect">
            <a:avLst/>
          </a:prstGeom>
          <a:noFill/>
          <a:ln/>
        </p:spPr>
        <p:txBody>
          <a:bodyPr wrap="square" lIns="0" tIns="0" rIns="0" bIns="0" rtlCol="0" anchor="t"/>
          <a:lstStyle/>
          <a:p>
            <a:pPr rtl="1" algn="ctr" indent="0" marL="0">
              <a:buNone/>
            </a:pPr>
            <a:r>
              <a:rPr lang="he-IL" altLang="en-US" sz="1400" dirty="0">
                <a:solidFill>
                  <a:srgbClr val="5A4A30"/>
                </a:solidFill>
                <a:latin typeface="Arial" pitchFamily="34" charset="0"/>
                <a:ea typeface="Arial" pitchFamily="34" charset="-122"/>
                <a:cs typeface="Arial" pitchFamily="34" charset="-120"/>
              </a:rPr>
              <a:t>חנוך  |  [טלפון / אינסטגרם / מייל להרצאות]</a:t>
            </a:r>
            <a:endParaRPr lang="he-IL"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7.10 – הסיפור שלי</dc:title>
  <dc:subject>PptxGenJS Presentation</dc:subject>
  <dc:creator>חנוך</dc:creator>
  <cp:lastModifiedBy>חנוך</cp:lastModifiedBy>
  <cp:revision>1</cp:revision>
  <dcterms:created xsi:type="dcterms:W3CDTF">2026-09-26T12:09:45Z</dcterms:created>
  <dcterms:modified xsi:type="dcterms:W3CDTF">2026-09-26T12:09:45Z</dcterms:modified>
</cp:coreProperties>
</file>